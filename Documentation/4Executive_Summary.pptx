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 id="2147483661" r:id="rId2"/>
  </p:sldMasterIdLst>
  <p:notesMasterIdLst>
    <p:notesMasterId r:id="rId4"/>
  </p:notesMasterIdLst>
  <p:sldIdLst>
    <p:sldId id="256" r:id="rId3"/>
  </p:sldIdLst>
  <p:sldSz cx="7772400" cy="10058400"/>
  <p:notesSz cx="6858000" cy="9144000"/>
  <p:embeddedFontLst>
    <p:embeddedFont>
      <p:font typeface="Google Sans" panose="020B0604020202020204" charset="0"/>
      <p:regular r:id="rId5"/>
      <p:bold r:id="rId6"/>
      <p:italic r:id="rId7"/>
      <p:boldItalic r:id="rId8"/>
    </p:embeddedFont>
    <p:embeddedFont>
      <p:font typeface="Google Sans SemiBold" panose="020B0604020202020204" charset="0"/>
      <p:regular r:id="rId9"/>
      <p:bold r:id="rId10"/>
      <p:italic r:id="rId11"/>
      <p:boldItalic r:id="rId12"/>
    </p:embeddedFont>
    <p:embeddedFont>
      <p:font typeface="PT Sans Narrow" panose="020B0506020203020204" pitchFamily="34" charset="0"/>
      <p:regular r:id="rId13"/>
      <p:bold r:id="rId14"/>
    </p:embeddedFont>
    <p:embeddedFont>
      <p:font typeface="Roboto" panose="02000000000000000000" pitchFamily="2" charset="0"/>
      <p:regular r:id="rId15"/>
      <p:bold r:id="rId16"/>
      <p:italic r:id="rId17"/>
      <p:boldItalic r:id="rId18"/>
    </p:embeddedFont>
    <p:embeddedFont>
      <p:font typeface="Work Sans" pitchFamily="2"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1560" y="-924"/>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font" Target="fonts/font9.fntdata"/><Relationship Id="rId18" Type="http://schemas.openxmlformats.org/officeDocument/2006/relationships/font" Target="fonts/font14.fntdata"/><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font" Target="fonts/font17.fntdata"/><Relationship Id="rId7" Type="http://schemas.openxmlformats.org/officeDocument/2006/relationships/font" Target="fonts/font3.fntdata"/><Relationship Id="rId12" Type="http://schemas.openxmlformats.org/officeDocument/2006/relationships/font" Target="fonts/font8.fntdata"/><Relationship Id="rId17" Type="http://schemas.openxmlformats.org/officeDocument/2006/relationships/font" Target="fonts/font13.fntdata"/><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font" Target="fonts/font12.fntdata"/><Relationship Id="rId20"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24" Type="http://schemas.openxmlformats.org/officeDocument/2006/relationships/viewProps" Target="viewProps.xml"/><Relationship Id="rId5" Type="http://schemas.openxmlformats.org/officeDocument/2006/relationships/font" Target="fonts/font1.fntdata"/><Relationship Id="rId15" Type="http://schemas.openxmlformats.org/officeDocument/2006/relationships/font" Target="fonts/font11.fntdata"/><Relationship Id="rId23" Type="http://schemas.openxmlformats.org/officeDocument/2006/relationships/presProps" Target="presProps.xml"/><Relationship Id="rId10" Type="http://schemas.openxmlformats.org/officeDocument/2006/relationships/font" Target="fonts/font6.fntdata"/><Relationship Id="rId19" Type="http://schemas.openxmlformats.org/officeDocument/2006/relationships/font" Target="fonts/font15.fntdata"/><Relationship Id="rId4" Type="http://schemas.openxmlformats.org/officeDocument/2006/relationships/notesMaster" Target="notesMasters/notesMaster1.xml"/><Relationship Id="rId9" Type="http://schemas.openxmlformats.org/officeDocument/2006/relationships/font" Target="fonts/font5.fntdata"/><Relationship Id="rId14" Type="http://schemas.openxmlformats.org/officeDocument/2006/relationships/font" Target="fonts/font10.fntdata"/><Relationship Id="rId22"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24d11347f20_0_376: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24d11347f20_0_3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Layout 1" type="title">
  <p:cSld name="TITLE">
    <p:spTree>
      <p:nvGrpSpPr>
        <p:cNvPr id="1" name="Shape 10"/>
        <p:cNvGrpSpPr/>
        <p:nvPr/>
      </p:nvGrpSpPr>
      <p:grpSpPr>
        <a:xfrm>
          <a:off x="0" y="0"/>
          <a:ext cx="0" cy="0"/>
          <a:chOff x="0" y="0"/>
          <a:chExt cx="0" cy="0"/>
        </a:xfrm>
      </p:grpSpPr>
      <p:grpSp>
        <p:nvGrpSpPr>
          <p:cNvPr id="11" name="Google Shape;11;p2"/>
          <p:cNvGrpSpPr/>
          <p:nvPr/>
        </p:nvGrpSpPr>
        <p:grpSpPr>
          <a:xfrm>
            <a:off x="172055" y="1468890"/>
            <a:ext cx="7434543" cy="62982"/>
            <a:chOff x="1890075" y="5241175"/>
            <a:chExt cx="4240556" cy="257700"/>
          </a:xfrm>
        </p:grpSpPr>
        <p:sp>
          <p:nvSpPr>
            <p:cNvPr id="12" name="Google Shape;12;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 name="Google Shape;13;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4" name="Google Shape;14;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5" name="Google Shape;15;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16" name="Google Shape;16;p2"/>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nvGrpSpPr>
          <p:cNvPr id="17" name="Google Shape;17;p2"/>
          <p:cNvGrpSpPr/>
          <p:nvPr/>
        </p:nvGrpSpPr>
        <p:grpSpPr>
          <a:xfrm>
            <a:off x="168930" y="2702615"/>
            <a:ext cx="7434543" cy="62982"/>
            <a:chOff x="1890075" y="5241175"/>
            <a:chExt cx="4240556" cy="257700"/>
          </a:xfrm>
        </p:grpSpPr>
        <p:sp>
          <p:nvSpPr>
            <p:cNvPr id="18" name="Google Shape;18;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 name="Google Shape;19;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 name="Google Shape;20;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1" name="Google Shape;21;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cxnSp>
        <p:nvCxnSpPr>
          <p:cNvPr id="22" name="Google Shape;22;p2"/>
          <p:cNvCxnSpPr>
            <a:stCxn id="12"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23" name="Google Shape;23;p2"/>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24" name="Google Shape;24;p2"/>
          <p:cNvGrpSpPr/>
          <p:nvPr/>
        </p:nvGrpSpPr>
        <p:grpSpPr>
          <a:xfrm>
            <a:off x="0" y="3413775"/>
            <a:ext cx="3530025" cy="746350"/>
            <a:chOff x="0" y="3156075"/>
            <a:chExt cx="3530025" cy="746350"/>
          </a:xfrm>
        </p:grpSpPr>
        <p:sp>
          <p:nvSpPr>
            <p:cNvPr id="25" name="Google Shape;25;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6" name="Google Shape;26;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27" name="Google Shape;27;p2"/>
          <p:cNvGrpSpPr/>
          <p:nvPr/>
        </p:nvGrpSpPr>
        <p:grpSpPr>
          <a:xfrm>
            <a:off x="3248850" y="2867100"/>
            <a:ext cx="4936034" cy="746350"/>
            <a:chOff x="0" y="3156075"/>
            <a:chExt cx="3530025" cy="746350"/>
          </a:xfrm>
        </p:grpSpPr>
        <p:sp>
          <p:nvSpPr>
            <p:cNvPr id="28" name="Google Shape;28;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9" name="Google Shape;29;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30" name="Google Shape;30;p2"/>
          <p:cNvGrpSpPr/>
          <p:nvPr/>
        </p:nvGrpSpPr>
        <p:grpSpPr>
          <a:xfrm>
            <a:off x="3248850" y="7166275"/>
            <a:ext cx="4936034" cy="746350"/>
            <a:chOff x="0" y="3156075"/>
            <a:chExt cx="3530025" cy="746350"/>
          </a:xfrm>
        </p:grpSpPr>
        <p:sp>
          <p:nvSpPr>
            <p:cNvPr id="31" name="Google Shape;31;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32" name="Google Shape;32;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33" name="Google Shape;33;p2"/>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Key Insights </a:t>
            </a:r>
            <a:endParaRPr sz="1900">
              <a:solidFill>
                <a:schemeClr val="lt2"/>
              </a:solidFill>
              <a:latin typeface="Google Sans SemiBold"/>
              <a:ea typeface="Google Sans SemiBold"/>
              <a:cs typeface="Google Sans SemiBold"/>
              <a:sym typeface="Google Sans SemiBold"/>
            </a:endParaRPr>
          </a:p>
        </p:txBody>
      </p:sp>
      <p:sp>
        <p:nvSpPr>
          <p:cNvPr id="34" name="Google Shape;34;p2"/>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Details </a:t>
            </a:r>
            <a:endParaRPr sz="1900">
              <a:solidFill>
                <a:schemeClr val="lt2"/>
              </a:solidFill>
              <a:latin typeface="Google Sans SemiBold"/>
              <a:ea typeface="Google Sans SemiBold"/>
              <a:cs typeface="Google Sans SemiBold"/>
              <a:sym typeface="Google Sans SemiBold"/>
            </a:endParaRPr>
          </a:p>
        </p:txBody>
      </p:sp>
      <p:sp>
        <p:nvSpPr>
          <p:cNvPr id="35" name="Google Shape;35;p2"/>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Next Steps </a:t>
            </a:r>
            <a:endParaRPr sz="1900">
              <a:solidFill>
                <a:schemeClr val="lt2"/>
              </a:solidFill>
              <a:latin typeface="Google Sans SemiBold"/>
              <a:ea typeface="Google Sans SemiBold"/>
              <a:cs typeface="Google Sans SemiBold"/>
              <a:sym typeface="Google Sans SemiBold"/>
            </a:endParaRPr>
          </a:p>
        </p:txBody>
      </p:sp>
      <p:sp>
        <p:nvSpPr>
          <p:cNvPr id="36" name="Google Shape;36;p2"/>
          <p:cNvSpPr txBox="1">
            <a:spLocks noGrp="1"/>
          </p:cNvSpPr>
          <p:nvPr>
            <p:ph type="title"/>
          </p:nvPr>
        </p:nvSpPr>
        <p:spPr>
          <a:xfrm>
            <a:off x="168925" y="324775"/>
            <a:ext cx="7408500" cy="7713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t" anchorCtr="0">
            <a:normAutofit/>
          </a:bodyPr>
          <a:lstStyle>
            <a:lvl1pPr lvl="0" algn="ctr" rtl="0">
              <a:spcBef>
                <a:spcPts val="0"/>
              </a:spcBef>
              <a:spcAft>
                <a:spcPts val="0"/>
              </a:spcAft>
              <a:buSzPts val="2800"/>
              <a:buNone/>
              <a:defRPr sz="21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37" name="Google Shape;37;p2"/>
          <p:cNvSpPr txBox="1">
            <a:spLocks noGrp="1"/>
          </p:cNvSpPr>
          <p:nvPr>
            <p:ph type="subTitle" idx="1"/>
          </p:nvPr>
        </p:nvSpPr>
        <p:spPr>
          <a:xfrm>
            <a:off x="2263675" y="826975"/>
            <a:ext cx="3219000" cy="269100"/>
          </a:xfrm>
          <a:prstGeom prst="rect">
            <a:avLst/>
          </a:prstGeom>
        </p:spPr>
        <p:txBody>
          <a:bodyPr spcFirstLastPara="1" wrap="square" lIns="91425" tIns="91425" rIns="91425" bIns="91425" anchor="t" anchorCtr="0">
            <a:spAutoFit/>
          </a:bodyPr>
          <a:lstStyle>
            <a:lvl1pPr lvl="0" algn="ctr" rtl="0">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ayout 2">
  <p:cSld name="TITLE_1">
    <p:spTree>
      <p:nvGrpSpPr>
        <p:cNvPr id="1" name="Shape 38"/>
        <p:cNvGrpSpPr/>
        <p:nvPr/>
      </p:nvGrpSpPr>
      <p:grpSpPr>
        <a:xfrm>
          <a:off x="0" y="0"/>
          <a:ext cx="0" cy="0"/>
          <a:chOff x="0" y="0"/>
          <a:chExt cx="0" cy="0"/>
        </a:xfrm>
      </p:grpSpPr>
      <p:grpSp>
        <p:nvGrpSpPr>
          <p:cNvPr id="39" name="Google Shape;39;p3"/>
          <p:cNvGrpSpPr/>
          <p:nvPr/>
        </p:nvGrpSpPr>
        <p:grpSpPr>
          <a:xfrm>
            <a:off x="190345" y="900758"/>
            <a:ext cx="7581747" cy="5906"/>
            <a:chOff x="1890075" y="5241175"/>
            <a:chExt cx="4240556" cy="257700"/>
          </a:xfrm>
        </p:grpSpPr>
        <p:sp>
          <p:nvSpPr>
            <p:cNvPr id="40" name="Google Shape;40;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1" name="Google Shape;41;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2" name="Google Shape;42;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3" name="Google Shape;43;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44" name="Google Shape;44;p3"/>
          <p:cNvGrpSpPr/>
          <p:nvPr/>
        </p:nvGrpSpPr>
        <p:grpSpPr>
          <a:xfrm>
            <a:off x="190320" y="931759"/>
            <a:ext cx="7581691" cy="5901"/>
            <a:chOff x="1890075" y="5241175"/>
            <a:chExt cx="4240556" cy="257700"/>
          </a:xfrm>
        </p:grpSpPr>
        <p:sp>
          <p:nvSpPr>
            <p:cNvPr id="45" name="Google Shape;45;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6" name="Google Shape;46;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7" name="Google Shape;47;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8" name="Google Shape;48;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49" name="Google Shape;49;p3"/>
          <p:cNvGrpSpPr/>
          <p:nvPr/>
        </p:nvGrpSpPr>
        <p:grpSpPr>
          <a:xfrm>
            <a:off x="172024" y="1163100"/>
            <a:ext cx="2377370" cy="415500"/>
            <a:chOff x="172024" y="1163100"/>
            <a:chExt cx="2377370" cy="415500"/>
          </a:xfrm>
        </p:grpSpPr>
        <p:sp>
          <p:nvSpPr>
            <p:cNvPr id="50" name="Google Shape;50;p3"/>
            <p:cNvSpPr txBox="1"/>
            <p:nvPr/>
          </p:nvSpPr>
          <p:spPr>
            <a:xfrm>
              <a:off x="290394" y="11631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ISSUE / PROBLEM</a:t>
              </a:r>
              <a:endParaRPr sz="1500">
                <a:latin typeface="Work Sans"/>
                <a:ea typeface="Work Sans"/>
                <a:cs typeface="Work Sans"/>
                <a:sym typeface="Work Sans"/>
              </a:endParaRPr>
            </a:p>
          </p:txBody>
        </p:sp>
        <p:grpSp>
          <p:nvGrpSpPr>
            <p:cNvPr id="51" name="Google Shape;51;p3"/>
            <p:cNvGrpSpPr/>
            <p:nvPr/>
          </p:nvGrpSpPr>
          <p:grpSpPr>
            <a:xfrm>
              <a:off x="172024" y="1269425"/>
              <a:ext cx="137818" cy="187200"/>
              <a:chOff x="507100" y="1997600"/>
              <a:chExt cx="158375" cy="187200"/>
            </a:xfrm>
          </p:grpSpPr>
          <p:sp>
            <p:nvSpPr>
              <p:cNvPr id="52" name="Google Shape;52;p3"/>
              <p:cNvSpPr/>
              <p:nvPr/>
            </p:nvSpPr>
            <p:spPr>
              <a:xfrm>
                <a:off x="529575" y="1997600"/>
                <a:ext cx="135900" cy="187200"/>
              </a:xfrm>
              <a:prstGeom prst="chevron">
                <a:avLst>
                  <a:gd name="adj" fmla="val 50000"/>
                </a:avLst>
              </a:prstGeom>
              <a:solidFill>
                <a:srgbClr val="4069DD"/>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a:off x="507100" y="2017025"/>
                <a:ext cx="135900" cy="146700"/>
              </a:xfrm>
              <a:prstGeom prst="chevron">
                <a:avLst>
                  <a:gd name="adj" fmla="val 50000"/>
                </a:avLst>
              </a:prstGeom>
              <a:solidFill>
                <a:srgbClr val="4069DD"/>
              </a:solidFill>
              <a:ln w="9525" cap="flat" cmpd="sng">
                <a:solidFill>
                  <a:srgbClr val="4069D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4" name="Google Shape;54;p3"/>
          <p:cNvGrpSpPr/>
          <p:nvPr/>
        </p:nvGrpSpPr>
        <p:grpSpPr>
          <a:xfrm>
            <a:off x="190349" y="3276183"/>
            <a:ext cx="2377370" cy="415500"/>
            <a:chOff x="190349" y="3030000"/>
            <a:chExt cx="2377370" cy="415500"/>
          </a:xfrm>
        </p:grpSpPr>
        <p:sp>
          <p:nvSpPr>
            <p:cNvPr id="55" name="Google Shape;55;p3"/>
            <p:cNvSpPr txBox="1"/>
            <p:nvPr/>
          </p:nvSpPr>
          <p:spPr>
            <a:xfrm>
              <a:off x="308719" y="30300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RESPONSE </a:t>
              </a:r>
              <a:endParaRPr sz="1500">
                <a:latin typeface="Work Sans"/>
                <a:ea typeface="Work Sans"/>
                <a:cs typeface="Work Sans"/>
                <a:sym typeface="Work Sans"/>
              </a:endParaRPr>
            </a:p>
          </p:txBody>
        </p:sp>
        <p:grpSp>
          <p:nvGrpSpPr>
            <p:cNvPr id="56" name="Google Shape;56;p3"/>
            <p:cNvGrpSpPr/>
            <p:nvPr/>
          </p:nvGrpSpPr>
          <p:grpSpPr>
            <a:xfrm>
              <a:off x="190349" y="3136325"/>
              <a:ext cx="137818" cy="187200"/>
              <a:chOff x="507100" y="1540400"/>
              <a:chExt cx="158375" cy="187200"/>
            </a:xfrm>
          </p:grpSpPr>
          <p:sp>
            <p:nvSpPr>
              <p:cNvPr id="57" name="Google Shape;57;p3"/>
              <p:cNvSpPr/>
              <p:nvPr/>
            </p:nvSpPr>
            <p:spPr>
              <a:xfrm>
                <a:off x="529575" y="1540400"/>
                <a:ext cx="135900" cy="187200"/>
              </a:xfrm>
              <a:prstGeom prst="chevron">
                <a:avLst>
                  <a:gd name="adj" fmla="val 50000"/>
                </a:avLst>
              </a:prstGeom>
              <a:solidFill>
                <a:srgbClr val="DB443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3"/>
              <p:cNvSpPr/>
              <p:nvPr/>
            </p:nvSpPr>
            <p:spPr>
              <a:xfrm>
                <a:off x="507100" y="1559825"/>
                <a:ext cx="135900" cy="146700"/>
              </a:xfrm>
              <a:prstGeom prst="chevron">
                <a:avLst>
                  <a:gd name="adj" fmla="val 50000"/>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9" name="Google Shape;59;p3"/>
          <p:cNvGrpSpPr/>
          <p:nvPr/>
        </p:nvGrpSpPr>
        <p:grpSpPr>
          <a:xfrm>
            <a:off x="172024" y="5389267"/>
            <a:ext cx="2377370" cy="415500"/>
            <a:chOff x="172024" y="5628475"/>
            <a:chExt cx="2377370" cy="415500"/>
          </a:xfrm>
        </p:grpSpPr>
        <p:sp>
          <p:nvSpPr>
            <p:cNvPr id="60" name="Google Shape;60;p3"/>
            <p:cNvSpPr txBox="1"/>
            <p:nvPr/>
          </p:nvSpPr>
          <p:spPr>
            <a:xfrm>
              <a:off x="290394" y="5628475"/>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IMPACT  </a:t>
              </a:r>
              <a:endParaRPr sz="1500">
                <a:latin typeface="Work Sans"/>
                <a:ea typeface="Work Sans"/>
                <a:cs typeface="Work Sans"/>
                <a:sym typeface="Work Sans"/>
              </a:endParaRPr>
            </a:p>
          </p:txBody>
        </p:sp>
        <p:grpSp>
          <p:nvGrpSpPr>
            <p:cNvPr id="61" name="Google Shape;61;p3"/>
            <p:cNvGrpSpPr/>
            <p:nvPr/>
          </p:nvGrpSpPr>
          <p:grpSpPr>
            <a:xfrm>
              <a:off x="172024" y="5734800"/>
              <a:ext cx="137818" cy="187200"/>
              <a:chOff x="507100" y="1997600"/>
              <a:chExt cx="158375" cy="187200"/>
            </a:xfrm>
          </p:grpSpPr>
          <p:sp>
            <p:nvSpPr>
              <p:cNvPr id="62" name="Google Shape;62;p3"/>
              <p:cNvSpPr/>
              <p:nvPr/>
            </p:nvSpPr>
            <p:spPr>
              <a:xfrm>
                <a:off x="529575" y="1997600"/>
                <a:ext cx="135900" cy="187200"/>
              </a:xfrm>
              <a:prstGeom prst="chevron">
                <a:avLst>
                  <a:gd name="adj" fmla="val 50000"/>
                </a:avLst>
              </a:prstGeom>
              <a:solidFill>
                <a:srgbClr val="F4B4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3"/>
              <p:cNvSpPr/>
              <p:nvPr/>
            </p:nvSpPr>
            <p:spPr>
              <a:xfrm>
                <a:off x="507100" y="2017025"/>
                <a:ext cx="135900" cy="146700"/>
              </a:xfrm>
              <a:prstGeom prst="chevron">
                <a:avLst>
                  <a:gd name="adj" fmla="val 50000"/>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4" name="Google Shape;64;p3"/>
          <p:cNvSpPr>
            <a:spLocks noGrp="1"/>
          </p:cNvSpPr>
          <p:nvPr>
            <p:ph type="pic" idx="2"/>
          </p:nvPr>
        </p:nvSpPr>
        <p:spPr>
          <a:xfrm>
            <a:off x="3204302" y="1086900"/>
            <a:ext cx="3460800" cy="2845500"/>
          </a:xfrm>
          <a:prstGeom prst="rect">
            <a:avLst/>
          </a:prstGeom>
          <a:noFill/>
          <a:ln w="19050" cap="flat" cmpd="sng">
            <a:solidFill>
              <a:srgbClr val="000000"/>
            </a:solidFill>
            <a:prstDash val="solid"/>
            <a:round/>
            <a:headEnd type="none" w="sm" len="sm"/>
            <a:tailEnd type="none" w="sm" len="sm"/>
          </a:ln>
        </p:spPr>
      </p:sp>
      <p:sp>
        <p:nvSpPr>
          <p:cNvPr id="65" name="Google Shape;65;p3"/>
          <p:cNvSpPr>
            <a:spLocks noGrp="1"/>
          </p:cNvSpPr>
          <p:nvPr>
            <p:ph type="pic" idx="3"/>
          </p:nvPr>
        </p:nvSpPr>
        <p:spPr>
          <a:xfrm>
            <a:off x="4469988" y="4518263"/>
            <a:ext cx="2453400" cy="2398200"/>
          </a:xfrm>
          <a:prstGeom prst="rect">
            <a:avLst/>
          </a:prstGeom>
          <a:noFill/>
          <a:ln w="19050" cap="flat" cmpd="sng">
            <a:solidFill>
              <a:srgbClr val="000000"/>
            </a:solidFill>
            <a:prstDash val="solid"/>
            <a:round/>
            <a:headEnd type="none" w="sm" len="sm"/>
            <a:tailEnd type="none" w="sm" len="sm"/>
          </a:ln>
        </p:spPr>
      </p:sp>
      <p:sp>
        <p:nvSpPr>
          <p:cNvPr id="66" name="Google Shape;66;p3"/>
          <p:cNvSpPr txBox="1"/>
          <p:nvPr/>
        </p:nvSpPr>
        <p:spPr>
          <a:xfrm>
            <a:off x="-2480800" y="9126503"/>
            <a:ext cx="3081600" cy="285000"/>
          </a:xfrm>
          <a:prstGeom prst="rect">
            <a:avLst/>
          </a:prstGeom>
          <a:noFill/>
          <a:ln>
            <a:noFill/>
          </a:ln>
        </p:spPr>
        <p:txBody>
          <a:bodyPr spcFirstLastPara="1" wrap="square" lIns="91425" tIns="91425" rIns="91425" bIns="91425" anchor="t" anchorCtr="0">
            <a:normAutofit fontScale="700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67" name="Google Shape;67;p3"/>
          <p:cNvSpPr txBox="1">
            <a:spLocks noGrp="1"/>
          </p:cNvSpPr>
          <p:nvPr>
            <p:ph type="title"/>
          </p:nvPr>
        </p:nvSpPr>
        <p:spPr>
          <a:xfrm>
            <a:off x="190350" y="11200"/>
            <a:ext cx="7290900" cy="7713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t" anchorCtr="0">
            <a:normAutofit/>
          </a:bodyPr>
          <a:lstStyle>
            <a:lvl1pPr lvl="0" algn="ctr" rtl="0">
              <a:spcBef>
                <a:spcPts val="0"/>
              </a:spcBef>
              <a:spcAft>
                <a:spcPts val="0"/>
              </a:spcAft>
              <a:buSzPts val="2800"/>
              <a:buNone/>
              <a:defRPr sz="21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68" name="Google Shape;68;p3"/>
          <p:cNvSpPr txBox="1">
            <a:spLocks noGrp="1"/>
          </p:cNvSpPr>
          <p:nvPr>
            <p:ph type="subTitle" idx="1"/>
          </p:nvPr>
        </p:nvSpPr>
        <p:spPr>
          <a:xfrm>
            <a:off x="2226300" y="513400"/>
            <a:ext cx="3219000" cy="269100"/>
          </a:xfrm>
          <a:prstGeom prst="rect">
            <a:avLst/>
          </a:prstGeom>
        </p:spPr>
        <p:txBody>
          <a:bodyPr spcFirstLastPara="1" wrap="square" lIns="91425" tIns="91425" rIns="91425" bIns="91425" anchor="t" anchorCtr="0">
            <a:spAutoFit/>
          </a:bodyPr>
          <a:lstStyle>
            <a:lvl1pPr lvl="0" algn="ctr" rtl="0">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grpSp>
        <p:nvGrpSpPr>
          <p:cNvPr id="69" name="Google Shape;69;p3"/>
          <p:cNvGrpSpPr/>
          <p:nvPr/>
        </p:nvGrpSpPr>
        <p:grpSpPr>
          <a:xfrm>
            <a:off x="86238" y="7502350"/>
            <a:ext cx="7599900" cy="2264100"/>
            <a:chOff x="86238" y="7502350"/>
            <a:chExt cx="7599900" cy="2264100"/>
          </a:xfrm>
        </p:grpSpPr>
        <p:sp>
          <p:nvSpPr>
            <p:cNvPr id="70" name="Google Shape;70;p3"/>
            <p:cNvSpPr/>
            <p:nvPr/>
          </p:nvSpPr>
          <p:spPr>
            <a:xfrm>
              <a:off x="86238" y="7502350"/>
              <a:ext cx="7599900" cy="2264100"/>
            </a:xfrm>
            <a:prstGeom prst="rect">
              <a:avLst/>
            </a:prstGeom>
            <a:noFill/>
            <a:ln w="38100"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 name="Google Shape;71;p3"/>
            <p:cNvGrpSpPr/>
            <p:nvPr/>
          </p:nvGrpSpPr>
          <p:grpSpPr>
            <a:xfrm>
              <a:off x="172024" y="7502355"/>
              <a:ext cx="6416871" cy="415500"/>
              <a:chOff x="172024" y="7502355"/>
              <a:chExt cx="6416871" cy="415500"/>
            </a:xfrm>
          </p:grpSpPr>
          <p:sp>
            <p:nvSpPr>
              <p:cNvPr id="72" name="Google Shape;72;p3"/>
              <p:cNvSpPr txBox="1"/>
              <p:nvPr/>
            </p:nvSpPr>
            <p:spPr>
              <a:xfrm>
                <a:off x="315596" y="7502355"/>
                <a:ext cx="62733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KEY INSIGHTS</a:t>
                </a:r>
                <a:endParaRPr sz="1500">
                  <a:latin typeface="Work Sans"/>
                  <a:ea typeface="Work Sans"/>
                  <a:cs typeface="Work Sans"/>
                  <a:sym typeface="Work Sans"/>
                </a:endParaRPr>
              </a:p>
            </p:txBody>
          </p:sp>
          <p:grpSp>
            <p:nvGrpSpPr>
              <p:cNvPr id="73" name="Google Shape;73;p3"/>
              <p:cNvGrpSpPr/>
              <p:nvPr/>
            </p:nvGrpSpPr>
            <p:grpSpPr>
              <a:xfrm>
                <a:off x="172024" y="7607808"/>
                <a:ext cx="137818" cy="187200"/>
                <a:chOff x="507100" y="1997600"/>
                <a:chExt cx="158375" cy="187200"/>
              </a:xfrm>
            </p:grpSpPr>
            <p:sp>
              <p:nvSpPr>
                <p:cNvPr id="74" name="Google Shape;74;p3"/>
                <p:cNvSpPr/>
                <p:nvPr/>
              </p:nvSpPr>
              <p:spPr>
                <a:xfrm>
                  <a:off x="529575" y="1997600"/>
                  <a:ext cx="135900" cy="187200"/>
                </a:xfrm>
                <a:prstGeom prst="chevron">
                  <a:avLst>
                    <a:gd name="adj" fmla="val 50000"/>
                  </a:avLst>
                </a:prstGeom>
                <a:solidFill>
                  <a:srgbClr val="0F9D5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507100" y="2017025"/>
                  <a:ext cx="135900" cy="146700"/>
                </a:xfrm>
                <a:prstGeom prst="chevron">
                  <a:avLst>
                    <a:gd name="adj" fmla="val 50000"/>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76" name="Google Shape;76;p3"/>
          <p:cNvSpPr/>
          <p:nvPr/>
        </p:nvSpPr>
        <p:spPr>
          <a:xfrm rot="248910">
            <a:off x="7469568" y="-16320"/>
            <a:ext cx="1791494" cy="10540289"/>
          </a:xfrm>
          <a:prstGeom prst="rtTriangle">
            <a:avLst/>
          </a:prstGeom>
          <a:solidFill>
            <a:srgbClr val="5757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yout 3">
  <p:cSld name="CUSTOM_2_1">
    <p:spTree>
      <p:nvGrpSpPr>
        <p:cNvPr id="1" name="Shape 77"/>
        <p:cNvGrpSpPr/>
        <p:nvPr/>
      </p:nvGrpSpPr>
      <p:grpSpPr>
        <a:xfrm>
          <a:off x="0" y="0"/>
          <a:ext cx="0" cy="0"/>
          <a:chOff x="0" y="0"/>
          <a:chExt cx="0" cy="0"/>
        </a:xfrm>
      </p:grpSpPr>
      <p:cxnSp>
        <p:nvCxnSpPr>
          <p:cNvPr id="78" name="Google Shape;78;p4"/>
          <p:cNvCxnSpPr/>
          <p:nvPr/>
        </p:nvCxnSpPr>
        <p:spPr>
          <a:xfrm>
            <a:off x="417963" y="311025"/>
            <a:ext cx="28200" cy="8777100"/>
          </a:xfrm>
          <a:prstGeom prst="straightConnector1">
            <a:avLst/>
          </a:prstGeom>
          <a:noFill/>
          <a:ln w="9525" cap="flat" cmpd="sng">
            <a:solidFill>
              <a:srgbClr val="B7B7B7"/>
            </a:solidFill>
            <a:prstDash val="solid"/>
            <a:round/>
            <a:headEnd type="none" w="med" len="med"/>
            <a:tailEnd type="none" w="med" len="med"/>
          </a:ln>
        </p:spPr>
      </p:cxnSp>
      <p:grpSp>
        <p:nvGrpSpPr>
          <p:cNvPr id="79" name="Google Shape;79;p4"/>
          <p:cNvGrpSpPr/>
          <p:nvPr/>
        </p:nvGrpSpPr>
        <p:grpSpPr>
          <a:xfrm>
            <a:off x="404725" y="1681475"/>
            <a:ext cx="6908400" cy="72025"/>
            <a:chOff x="404725" y="1681475"/>
            <a:chExt cx="6908400" cy="72025"/>
          </a:xfrm>
        </p:grpSpPr>
        <p:cxnSp>
          <p:nvCxnSpPr>
            <p:cNvPr id="80" name="Google Shape;80;p4"/>
            <p:cNvCxnSpPr/>
            <p:nvPr/>
          </p:nvCxnSpPr>
          <p:spPr>
            <a:xfrm rot="10800000" flipH="1">
              <a:off x="404725" y="1681475"/>
              <a:ext cx="6908400" cy="16800"/>
            </a:xfrm>
            <a:prstGeom prst="straightConnector1">
              <a:avLst/>
            </a:prstGeom>
            <a:noFill/>
            <a:ln w="38100" cap="flat" cmpd="sng">
              <a:solidFill>
                <a:srgbClr val="666666"/>
              </a:solidFill>
              <a:prstDash val="solid"/>
              <a:round/>
              <a:headEnd type="none" w="med" len="med"/>
              <a:tailEnd type="none" w="med" len="med"/>
            </a:ln>
          </p:spPr>
        </p:cxnSp>
        <p:cxnSp>
          <p:nvCxnSpPr>
            <p:cNvPr id="81" name="Google Shape;81;p4"/>
            <p:cNvCxnSpPr/>
            <p:nvPr/>
          </p:nvCxnSpPr>
          <p:spPr>
            <a:xfrm rot="10800000" flipH="1">
              <a:off x="404725" y="1736700"/>
              <a:ext cx="6908400" cy="16800"/>
            </a:xfrm>
            <a:prstGeom prst="straightConnector1">
              <a:avLst/>
            </a:prstGeom>
            <a:noFill/>
            <a:ln w="38100" cap="flat" cmpd="sng">
              <a:solidFill>
                <a:srgbClr val="666666"/>
              </a:solidFill>
              <a:prstDash val="solid"/>
              <a:round/>
              <a:headEnd type="none" w="med" len="med"/>
              <a:tailEnd type="none" w="med" len="med"/>
            </a:ln>
          </p:spPr>
        </p:cxnSp>
      </p:grpSp>
      <p:cxnSp>
        <p:nvCxnSpPr>
          <p:cNvPr id="82" name="Google Shape;82;p4"/>
          <p:cNvCxnSpPr/>
          <p:nvPr/>
        </p:nvCxnSpPr>
        <p:spPr>
          <a:xfrm>
            <a:off x="7326238" y="311025"/>
            <a:ext cx="28200" cy="8777100"/>
          </a:xfrm>
          <a:prstGeom prst="straightConnector1">
            <a:avLst/>
          </a:prstGeom>
          <a:noFill/>
          <a:ln w="9525" cap="flat" cmpd="sng">
            <a:solidFill>
              <a:srgbClr val="B7B7B7"/>
            </a:solidFill>
            <a:prstDash val="solid"/>
            <a:round/>
            <a:headEnd type="none" w="med" len="med"/>
            <a:tailEnd type="none" w="med" len="med"/>
          </a:ln>
        </p:spPr>
      </p:cxnSp>
      <p:sp>
        <p:nvSpPr>
          <p:cNvPr id="83" name="Google Shape;83;p4"/>
          <p:cNvSpPr txBox="1">
            <a:spLocks noGrp="1"/>
          </p:cNvSpPr>
          <p:nvPr>
            <p:ph type="title"/>
          </p:nvPr>
        </p:nvSpPr>
        <p:spPr>
          <a:xfrm>
            <a:off x="404725" y="855800"/>
            <a:ext cx="6908400" cy="7713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t" anchorCtr="0">
            <a:normAutofit/>
          </a:bodyPr>
          <a:lstStyle>
            <a:lvl1pPr lvl="0" algn="ctr" rtl="0">
              <a:spcBef>
                <a:spcPts val="0"/>
              </a:spcBef>
              <a:spcAft>
                <a:spcPts val="0"/>
              </a:spcAft>
              <a:buSzPts val="2800"/>
              <a:buNone/>
              <a:defRPr sz="21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84" name="Google Shape;84;p4"/>
          <p:cNvSpPr txBox="1">
            <a:spLocks noGrp="1"/>
          </p:cNvSpPr>
          <p:nvPr>
            <p:ph type="subTitle" idx="1"/>
          </p:nvPr>
        </p:nvSpPr>
        <p:spPr>
          <a:xfrm>
            <a:off x="2249425" y="1360475"/>
            <a:ext cx="3219000" cy="269100"/>
          </a:xfrm>
          <a:prstGeom prst="rect">
            <a:avLst/>
          </a:prstGeom>
        </p:spPr>
        <p:txBody>
          <a:bodyPr spcFirstLastPara="1" wrap="square" lIns="91425" tIns="91425" rIns="91425" bIns="91425" anchor="t" anchorCtr="0">
            <a:spAutoFit/>
          </a:bodyPr>
          <a:lstStyle>
            <a:lvl1pPr lvl="0" algn="ctr" rtl="0">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85" name="Google Shape;85;p4"/>
          <p:cNvCxnSpPr/>
          <p:nvPr/>
        </p:nvCxnSpPr>
        <p:spPr>
          <a:xfrm rot="10800000">
            <a:off x="438150" y="3505200"/>
            <a:ext cx="6896100" cy="0"/>
          </a:xfrm>
          <a:prstGeom prst="straightConnector1">
            <a:avLst/>
          </a:prstGeom>
          <a:noFill/>
          <a:ln w="9525" cap="flat" cmpd="sng">
            <a:solidFill>
              <a:srgbClr val="CCCCCC"/>
            </a:solidFill>
            <a:prstDash val="solid"/>
            <a:round/>
            <a:headEnd type="none" w="med" len="med"/>
            <a:tailEnd type="none" w="med" len="med"/>
          </a:ln>
        </p:spPr>
      </p:cxnSp>
      <p:cxnSp>
        <p:nvCxnSpPr>
          <p:cNvPr id="86" name="Google Shape;86;p4"/>
          <p:cNvCxnSpPr/>
          <p:nvPr/>
        </p:nvCxnSpPr>
        <p:spPr>
          <a:xfrm>
            <a:off x="3861475" y="3505200"/>
            <a:ext cx="0" cy="5611800"/>
          </a:xfrm>
          <a:prstGeom prst="straightConnector1">
            <a:avLst/>
          </a:prstGeom>
          <a:noFill/>
          <a:ln w="9525" cap="flat" cmpd="sng">
            <a:solidFill>
              <a:srgbClr val="B7B7B7"/>
            </a:solidFill>
            <a:prstDash val="solid"/>
            <a:round/>
            <a:headEnd type="none" w="med" len="med"/>
            <a:tailEnd type="none" w="med" len="med"/>
          </a:ln>
        </p:spPr>
      </p:cxnSp>
      <p:grpSp>
        <p:nvGrpSpPr>
          <p:cNvPr id="87" name="Google Shape;87;p4"/>
          <p:cNvGrpSpPr/>
          <p:nvPr/>
        </p:nvGrpSpPr>
        <p:grpSpPr>
          <a:xfrm>
            <a:off x="417975" y="1885250"/>
            <a:ext cx="2357775" cy="410125"/>
            <a:chOff x="417975" y="1885250"/>
            <a:chExt cx="2357775" cy="410125"/>
          </a:xfrm>
        </p:grpSpPr>
        <p:sp>
          <p:nvSpPr>
            <p:cNvPr id="88" name="Google Shape;88;p4"/>
            <p:cNvSpPr/>
            <p:nvPr/>
          </p:nvSpPr>
          <p:spPr>
            <a:xfrm>
              <a:off x="417975" y="1885250"/>
              <a:ext cx="2020800" cy="410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4"/>
            <p:cNvSpPr/>
            <p:nvPr/>
          </p:nvSpPr>
          <p:spPr>
            <a:xfrm rot="10800000">
              <a:off x="2236350" y="1885875"/>
              <a:ext cx="539400" cy="409500"/>
            </a:xfrm>
            <a:prstGeom prst="chevron">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4"/>
            <p:cNvSpPr/>
            <p:nvPr/>
          </p:nvSpPr>
          <p:spPr>
            <a:xfrm>
              <a:off x="446175" y="1905300"/>
              <a:ext cx="1946700" cy="364200"/>
            </a:xfrm>
            <a:prstGeom prst="rect">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4"/>
            <p:cNvSpPr/>
            <p:nvPr/>
          </p:nvSpPr>
          <p:spPr>
            <a:xfrm rot="10800000">
              <a:off x="2198100" y="1906000"/>
              <a:ext cx="519600" cy="363600"/>
            </a:xfrm>
            <a:prstGeom prst="chevron">
              <a:avLst>
                <a:gd name="adj" fmla="val 50000"/>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 name="Google Shape;92;p4"/>
          <p:cNvGrpSpPr/>
          <p:nvPr/>
        </p:nvGrpSpPr>
        <p:grpSpPr>
          <a:xfrm>
            <a:off x="417975" y="3505200"/>
            <a:ext cx="2357775" cy="410125"/>
            <a:chOff x="265575" y="3352800"/>
            <a:chExt cx="2357775" cy="410125"/>
          </a:xfrm>
        </p:grpSpPr>
        <p:sp>
          <p:nvSpPr>
            <p:cNvPr id="93" name="Google Shape;93;p4"/>
            <p:cNvSpPr/>
            <p:nvPr/>
          </p:nvSpPr>
          <p:spPr>
            <a:xfrm>
              <a:off x="265575" y="3352800"/>
              <a:ext cx="2020800" cy="410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4"/>
            <p:cNvSpPr/>
            <p:nvPr/>
          </p:nvSpPr>
          <p:spPr>
            <a:xfrm rot="10800000">
              <a:off x="2083950" y="3353425"/>
              <a:ext cx="539400" cy="409500"/>
            </a:xfrm>
            <a:prstGeom prst="chevron">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4"/>
            <p:cNvSpPr/>
            <p:nvPr/>
          </p:nvSpPr>
          <p:spPr>
            <a:xfrm>
              <a:off x="293775" y="3372850"/>
              <a:ext cx="1946700" cy="364200"/>
            </a:xfrm>
            <a:prstGeom prst="rect">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4"/>
            <p:cNvSpPr/>
            <p:nvPr/>
          </p:nvSpPr>
          <p:spPr>
            <a:xfrm rot="10800000">
              <a:off x="2045700" y="3373550"/>
              <a:ext cx="519600" cy="363600"/>
            </a:xfrm>
            <a:prstGeom prst="chevron">
              <a:avLst>
                <a:gd name="adj" fmla="val 50000"/>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 name="Google Shape;97;p4"/>
          <p:cNvGrpSpPr/>
          <p:nvPr/>
        </p:nvGrpSpPr>
        <p:grpSpPr>
          <a:xfrm>
            <a:off x="3872113" y="3505200"/>
            <a:ext cx="2357775" cy="410125"/>
            <a:chOff x="3567313" y="3200400"/>
            <a:chExt cx="2357775" cy="410125"/>
          </a:xfrm>
        </p:grpSpPr>
        <p:sp>
          <p:nvSpPr>
            <p:cNvPr id="98" name="Google Shape;98;p4"/>
            <p:cNvSpPr/>
            <p:nvPr/>
          </p:nvSpPr>
          <p:spPr>
            <a:xfrm>
              <a:off x="3567313" y="3200400"/>
              <a:ext cx="2020800" cy="410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4"/>
            <p:cNvSpPr/>
            <p:nvPr/>
          </p:nvSpPr>
          <p:spPr>
            <a:xfrm rot="10800000">
              <a:off x="5385688" y="3201025"/>
              <a:ext cx="539400" cy="409500"/>
            </a:xfrm>
            <a:prstGeom prst="chevron">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4"/>
            <p:cNvSpPr/>
            <p:nvPr/>
          </p:nvSpPr>
          <p:spPr>
            <a:xfrm>
              <a:off x="3595513" y="3220450"/>
              <a:ext cx="1946700" cy="364200"/>
            </a:xfrm>
            <a:prstGeom prst="rect">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4"/>
            <p:cNvSpPr/>
            <p:nvPr/>
          </p:nvSpPr>
          <p:spPr>
            <a:xfrm rot="10800000">
              <a:off x="5347438" y="3221150"/>
              <a:ext cx="519600" cy="363600"/>
            </a:xfrm>
            <a:prstGeom prst="chevron">
              <a:avLst>
                <a:gd name="adj" fmla="val 50000"/>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 name="Google Shape;102;p4"/>
          <p:cNvGrpSpPr/>
          <p:nvPr/>
        </p:nvGrpSpPr>
        <p:grpSpPr>
          <a:xfrm>
            <a:off x="417963" y="6597750"/>
            <a:ext cx="2357775" cy="410125"/>
            <a:chOff x="-39237" y="6140550"/>
            <a:chExt cx="2357775" cy="410125"/>
          </a:xfrm>
        </p:grpSpPr>
        <p:sp>
          <p:nvSpPr>
            <p:cNvPr id="103" name="Google Shape;103;p4"/>
            <p:cNvSpPr/>
            <p:nvPr/>
          </p:nvSpPr>
          <p:spPr>
            <a:xfrm>
              <a:off x="-39237" y="6140550"/>
              <a:ext cx="2020800" cy="410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4"/>
            <p:cNvSpPr/>
            <p:nvPr/>
          </p:nvSpPr>
          <p:spPr>
            <a:xfrm rot="10800000">
              <a:off x="1779138" y="6141175"/>
              <a:ext cx="539400" cy="409500"/>
            </a:xfrm>
            <a:prstGeom prst="chevron">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4"/>
            <p:cNvSpPr/>
            <p:nvPr/>
          </p:nvSpPr>
          <p:spPr>
            <a:xfrm>
              <a:off x="-11037" y="6160600"/>
              <a:ext cx="1946700" cy="364200"/>
            </a:xfrm>
            <a:prstGeom prst="rect">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4"/>
            <p:cNvSpPr/>
            <p:nvPr/>
          </p:nvSpPr>
          <p:spPr>
            <a:xfrm rot="10800000">
              <a:off x="1740888" y="6161300"/>
              <a:ext cx="519600" cy="363600"/>
            </a:xfrm>
            <a:prstGeom prst="chevron">
              <a:avLst>
                <a:gd name="adj" fmla="val 50000"/>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7" name="Google Shape;107;p4"/>
          <p:cNvSpPr txBox="1"/>
          <p:nvPr/>
        </p:nvSpPr>
        <p:spPr>
          <a:xfrm>
            <a:off x="554500" y="1908525"/>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OVERVIEW</a:t>
            </a:r>
            <a:endParaRPr b="1">
              <a:latin typeface="Google Sans"/>
              <a:ea typeface="Google Sans"/>
              <a:cs typeface="Google Sans"/>
              <a:sym typeface="Google Sans"/>
            </a:endParaRPr>
          </a:p>
        </p:txBody>
      </p:sp>
      <p:sp>
        <p:nvSpPr>
          <p:cNvPr id="108" name="Google Shape;108;p4"/>
          <p:cNvSpPr txBox="1"/>
          <p:nvPr/>
        </p:nvSpPr>
        <p:spPr>
          <a:xfrm>
            <a:off x="623213" y="3510163"/>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PROJECT STATUS </a:t>
            </a:r>
            <a:endParaRPr b="1">
              <a:latin typeface="Google Sans"/>
              <a:ea typeface="Google Sans"/>
              <a:cs typeface="Google Sans"/>
              <a:sym typeface="Google Sans"/>
            </a:endParaRPr>
          </a:p>
        </p:txBody>
      </p:sp>
      <p:sp>
        <p:nvSpPr>
          <p:cNvPr id="109" name="Google Shape;109;p4"/>
          <p:cNvSpPr txBox="1"/>
          <p:nvPr/>
        </p:nvSpPr>
        <p:spPr>
          <a:xfrm>
            <a:off x="623225" y="6602713"/>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NEXT STEPS </a:t>
            </a:r>
            <a:endParaRPr b="1">
              <a:latin typeface="Google Sans"/>
              <a:ea typeface="Google Sans"/>
              <a:cs typeface="Google Sans"/>
              <a:sym typeface="Google Sans"/>
            </a:endParaRPr>
          </a:p>
        </p:txBody>
      </p:sp>
      <p:sp>
        <p:nvSpPr>
          <p:cNvPr id="110" name="Google Shape;110;p4"/>
          <p:cNvSpPr txBox="1"/>
          <p:nvPr/>
        </p:nvSpPr>
        <p:spPr>
          <a:xfrm>
            <a:off x="4077338" y="3505200"/>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KEY INSIGHTS </a:t>
            </a:r>
            <a:endParaRPr b="1">
              <a:latin typeface="Google Sans"/>
              <a:ea typeface="Google Sans"/>
              <a:cs typeface="Google Sans"/>
              <a:sym typeface="Google Sans"/>
            </a:endParaRPr>
          </a:p>
        </p:txBody>
      </p:sp>
      <p:sp>
        <p:nvSpPr>
          <p:cNvPr id="111" name="Google Shape;111;p4"/>
          <p:cNvSpPr txBox="1">
            <a:spLocks noGrp="1"/>
          </p:cNvSpPr>
          <p:nvPr>
            <p:ph type="body" idx="2"/>
          </p:nvPr>
        </p:nvSpPr>
        <p:spPr>
          <a:xfrm>
            <a:off x="413425" y="2320675"/>
            <a:ext cx="6896100" cy="1027500"/>
          </a:xfrm>
          <a:prstGeom prst="rect">
            <a:avLst/>
          </a:prstGeom>
        </p:spPr>
        <p:txBody>
          <a:bodyPr spcFirstLastPara="1" wrap="square" lIns="91425"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112" name="Google Shape;112;p4"/>
          <p:cNvSpPr txBox="1">
            <a:spLocks noGrp="1"/>
          </p:cNvSpPr>
          <p:nvPr>
            <p:ph type="body" idx="3"/>
          </p:nvPr>
        </p:nvSpPr>
        <p:spPr>
          <a:xfrm>
            <a:off x="438138" y="3915350"/>
            <a:ext cx="3108300" cy="2370000"/>
          </a:xfrm>
          <a:prstGeom prst="rect">
            <a:avLst/>
          </a:prstGeom>
        </p:spPr>
        <p:txBody>
          <a:bodyPr spcFirstLastPara="1" wrap="square" lIns="57150"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113" name="Google Shape;113;p4"/>
          <p:cNvSpPr txBox="1">
            <a:spLocks noGrp="1"/>
          </p:cNvSpPr>
          <p:nvPr>
            <p:ph type="body" idx="4"/>
          </p:nvPr>
        </p:nvSpPr>
        <p:spPr>
          <a:xfrm>
            <a:off x="438150" y="7050750"/>
            <a:ext cx="3108300" cy="2255400"/>
          </a:xfrm>
          <a:prstGeom prst="rect">
            <a:avLst/>
          </a:prstGeom>
        </p:spPr>
        <p:txBody>
          <a:bodyPr spcFirstLastPara="1" wrap="square" lIns="57150"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114" name="Google Shape;114;p4"/>
          <p:cNvSpPr txBox="1">
            <a:spLocks noGrp="1"/>
          </p:cNvSpPr>
          <p:nvPr>
            <p:ph type="body" idx="5"/>
          </p:nvPr>
        </p:nvSpPr>
        <p:spPr>
          <a:xfrm>
            <a:off x="3905525" y="4039263"/>
            <a:ext cx="3219000" cy="2604300"/>
          </a:xfrm>
          <a:prstGeom prst="rect">
            <a:avLst/>
          </a:prstGeom>
        </p:spPr>
        <p:txBody>
          <a:bodyPr spcFirstLastPara="1" wrap="square" lIns="57150"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115" name="Google Shape;115;p4"/>
          <p:cNvSpPr/>
          <p:nvPr/>
        </p:nvSpPr>
        <p:spPr>
          <a:xfrm>
            <a:off x="4138275" y="6767525"/>
            <a:ext cx="3172200" cy="2495700"/>
          </a:xfrm>
          <a:prstGeom prst="rect">
            <a:avLst/>
          </a:prstGeom>
          <a:solidFill>
            <a:srgbClr val="99999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4"/>
          <p:cNvSpPr txBox="1">
            <a:spLocks noGrp="1"/>
          </p:cNvSpPr>
          <p:nvPr>
            <p:ph type="subTitle" idx="6"/>
          </p:nvPr>
        </p:nvSpPr>
        <p:spPr>
          <a:xfrm>
            <a:off x="4183575" y="9228125"/>
            <a:ext cx="3086700" cy="285000"/>
          </a:xfrm>
          <a:prstGeom prst="rect">
            <a:avLst/>
          </a:prstGeom>
        </p:spPr>
        <p:txBody>
          <a:bodyPr spcFirstLastPara="1" wrap="square" lIns="91425" tIns="91425" rIns="91425" bIns="91425" anchor="t" anchorCtr="0">
            <a:normAutofit/>
          </a:bodyPr>
          <a:lstStyle>
            <a:lvl1pPr lvl="0" rtl="0">
              <a:spcBef>
                <a:spcPts val="0"/>
              </a:spcBef>
              <a:spcAft>
                <a:spcPts val="0"/>
              </a:spcAft>
              <a:buSzPts val="1100"/>
              <a:buNone/>
              <a:defRPr sz="1100" i="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7" name="Google Shape;117;p4"/>
          <p:cNvSpPr>
            <a:spLocks noGrp="1"/>
          </p:cNvSpPr>
          <p:nvPr>
            <p:ph type="pic" idx="7"/>
          </p:nvPr>
        </p:nvSpPr>
        <p:spPr>
          <a:xfrm>
            <a:off x="4007763" y="6899688"/>
            <a:ext cx="3172200" cy="2357700"/>
          </a:xfrm>
          <a:prstGeom prst="rect">
            <a:avLst/>
          </a:prstGeom>
          <a:noFill/>
          <a:ln w="38100" cap="flat" cmpd="sng">
            <a:solidFill>
              <a:srgbClr val="000000"/>
            </a:solidFill>
            <a:prstDash val="solid"/>
            <a:round/>
            <a:headEnd type="none" w="sm" len="sm"/>
            <a:tailEnd type="none" w="sm" len="sm"/>
          </a:ln>
        </p:spPr>
      </p:sp>
    </p:spTree>
  </p:cSld>
  <p:clrMapOvr>
    <a:masterClrMapping/>
  </p:clrMapOvr>
  <p:extLst>
    <p:ext uri="{DCECCB84-F9BA-43D5-87BE-67443E8EF086}">
      <p15:sldGuideLst xmlns:p15="http://schemas.microsoft.com/office/powerpoint/2012/main">
        <p15:guide id="1" pos="255">
          <p15:clr>
            <a:srgbClr val="FA7B17"/>
          </p15:clr>
        </p15:guide>
        <p15:guide id="2" orient="horz" pos="2922">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Layout 4">
  <p:cSld name="CUSTOM">
    <p:spTree>
      <p:nvGrpSpPr>
        <p:cNvPr id="1" name="Shape 118"/>
        <p:cNvGrpSpPr/>
        <p:nvPr/>
      </p:nvGrpSpPr>
      <p:grpSpPr>
        <a:xfrm>
          <a:off x="0" y="0"/>
          <a:ext cx="0" cy="0"/>
          <a:chOff x="0" y="0"/>
          <a:chExt cx="0" cy="0"/>
        </a:xfrm>
      </p:grpSpPr>
      <p:sp>
        <p:nvSpPr>
          <p:cNvPr id="119" name="Google Shape;119;p5"/>
          <p:cNvSpPr/>
          <p:nvPr/>
        </p:nvSpPr>
        <p:spPr>
          <a:xfrm flipH="1">
            <a:off x="2748900" y="9168075"/>
            <a:ext cx="5023500" cy="890400"/>
          </a:xfrm>
          <a:prstGeom prst="rtTriangle">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latin typeface="Google Sans"/>
              <a:ea typeface="Google Sans"/>
              <a:cs typeface="Google Sans"/>
              <a:sym typeface="Google Sans"/>
            </a:endParaRPr>
          </a:p>
        </p:txBody>
      </p:sp>
      <p:sp>
        <p:nvSpPr>
          <p:cNvPr id="120" name="Google Shape;120;p5"/>
          <p:cNvSpPr/>
          <p:nvPr/>
        </p:nvSpPr>
        <p:spPr>
          <a:xfrm>
            <a:off x="0" y="9168075"/>
            <a:ext cx="4138800" cy="890400"/>
          </a:xfrm>
          <a:prstGeom prst="rtTriangle">
            <a:avLst/>
          </a:prstGeom>
          <a:solidFill>
            <a:srgbClr val="DB4437"/>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latin typeface="Google Sans"/>
              <a:ea typeface="Google Sans"/>
              <a:cs typeface="Google Sans"/>
              <a:sym typeface="Google Sans"/>
            </a:endParaRPr>
          </a:p>
        </p:txBody>
      </p:sp>
      <p:sp>
        <p:nvSpPr>
          <p:cNvPr id="121" name="Google Shape;121;p5"/>
          <p:cNvSpPr txBox="1">
            <a:spLocks noGrp="1"/>
          </p:cNvSpPr>
          <p:nvPr>
            <p:ph type="title"/>
          </p:nvPr>
        </p:nvSpPr>
        <p:spPr>
          <a:xfrm>
            <a:off x="432000" y="449725"/>
            <a:ext cx="6908400" cy="7713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t" anchorCtr="0">
            <a:normAutofit/>
          </a:bodyPr>
          <a:lstStyle>
            <a:lvl1pPr lvl="0" algn="ctr" rtl="0">
              <a:spcBef>
                <a:spcPts val="0"/>
              </a:spcBef>
              <a:spcAft>
                <a:spcPts val="0"/>
              </a:spcAft>
              <a:buSzPts val="2800"/>
              <a:buNone/>
              <a:defRPr sz="21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122" name="Google Shape;122;p5"/>
          <p:cNvSpPr txBox="1">
            <a:spLocks noGrp="1"/>
          </p:cNvSpPr>
          <p:nvPr>
            <p:ph type="subTitle" idx="1"/>
          </p:nvPr>
        </p:nvSpPr>
        <p:spPr>
          <a:xfrm>
            <a:off x="2276700" y="951925"/>
            <a:ext cx="3219000" cy="269100"/>
          </a:xfrm>
          <a:prstGeom prst="rect">
            <a:avLst/>
          </a:prstGeom>
        </p:spPr>
        <p:txBody>
          <a:bodyPr spcFirstLastPara="1" wrap="square" lIns="91425" tIns="91425" rIns="91425" bIns="91425" anchor="t" anchorCtr="0">
            <a:spAutoFit/>
          </a:bodyPr>
          <a:lstStyle>
            <a:lvl1pPr lvl="0" algn="ctr" rtl="0">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grpSp>
        <p:nvGrpSpPr>
          <p:cNvPr id="123" name="Google Shape;123;p5"/>
          <p:cNvGrpSpPr/>
          <p:nvPr/>
        </p:nvGrpSpPr>
        <p:grpSpPr>
          <a:xfrm>
            <a:off x="95351" y="1392509"/>
            <a:ext cx="7581691" cy="5901"/>
            <a:chOff x="1890075" y="5241175"/>
            <a:chExt cx="4240556" cy="257700"/>
          </a:xfrm>
        </p:grpSpPr>
        <p:sp>
          <p:nvSpPr>
            <p:cNvPr id="124" name="Google Shape;124;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25" name="Google Shape;125;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26" name="Google Shape;126;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27" name="Google Shape;127;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128" name="Google Shape;128;p5"/>
          <p:cNvGrpSpPr/>
          <p:nvPr/>
        </p:nvGrpSpPr>
        <p:grpSpPr>
          <a:xfrm>
            <a:off x="95351" y="4542984"/>
            <a:ext cx="7581691" cy="5901"/>
            <a:chOff x="1890075" y="5241175"/>
            <a:chExt cx="4240556" cy="257700"/>
          </a:xfrm>
        </p:grpSpPr>
        <p:sp>
          <p:nvSpPr>
            <p:cNvPr id="129" name="Google Shape;129;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0" name="Google Shape;130;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1" name="Google Shape;131;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2" name="Google Shape;132;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133" name="Google Shape;133;p5"/>
          <p:cNvSpPr/>
          <p:nvPr/>
        </p:nvSpPr>
        <p:spPr>
          <a:xfrm>
            <a:off x="432000" y="1624350"/>
            <a:ext cx="1598400" cy="269100"/>
          </a:xfrm>
          <a:prstGeom prst="rect">
            <a:avLst/>
          </a:prstGeom>
          <a:solidFill>
            <a:srgbClr val="4285F4"/>
          </a:solidFill>
          <a:ln w="9525" cap="flat" cmpd="sng">
            <a:solidFill>
              <a:srgbClr val="4285F4"/>
            </a:solidFill>
            <a:prstDash val="solid"/>
            <a:round/>
            <a:headEnd type="none" w="sm" len="sm"/>
            <a:tailEnd type="none" w="sm" len="sm"/>
          </a:ln>
          <a:effectLst>
            <a:outerShdw blurRad="57150" dist="19050" dir="5400000" algn="bl" rotWithShape="0">
              <a:schemeClr val="lt2">
                <a:alpha val="5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Overview </a:t>
            </a:r>
            <a:endParaRPr b="1">
              <a:solidFill>
                <a:schemeClr val="dk1"/>
              </a:solidFill>
              <a:latin typeface="Google Sans"/>
              <a:ea typeface="Google Sans"/>
              <a:cs typeface="Google Sans"/>
              <a:sym typeface="Google Sans"/>
            </a:endParaRPr>
          </a:p>
        </p:txBody>
      </p:sp>
      <p:sp>
        <p:nvSpPr>
          <p:cNvPr id="134" name="Google Shape;134;p5"/>
          <p:cNvSpPr/>
          <p:nvPr/>
        </p:nvSpPr>
        <p:spPr>
          <a:xfrm>
            <a:off x="432000" y="2620004"/>
            <a:ext cx="1598400" cy="2850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Problem</a:t>
            </a:r>
            <a:endParaRPr b="1">
              <a:solidFill>
                <a:schemeClr val="dk1"/>
              </a:solidFill>
              <a:latin typeface="Google Sans"/>
              <a:ea typeface="Google Sans"/>
              <a:cs typeface="Google Sans"/>
              <a:sym typeface="Google Sans"/>
            </a:endParaRPr>
          </a:p>
        </p:txBody>
      </p:sp>
      <p:sp>
        <p:nvSpPr>
          <p:cNvPr id="135" name="Google Shape;135;p5"/>
          <p:cNvSpPr/>
          <p:nvPr/>
        </p:nvSpPr>
        <p:spPr>
          <a:xfrm>
            <a:off x="432000" y="3615673"/>
            <a:ext cx="1598400" cy="2691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Solution</a:t>
            </a:r>
            <a:endParaRPr b="1">
              <a:solidFill>
                <a:schemeClr val="dk1"/>
              </a:solidFill>
              <a:latin typeface="Google Sans"/>
              <a:ea typeface="Google Sans"/>
              <a:cs typeface="Google Sans"/>
              <a:sym typeface="Google Sans"/>
            </a:endParaRPr>
          </a:p>
        </p:txBody>
      </p:sp>
      <p:sp>
        <p:nvSpPr>
          <p:cNvPr id="136" name="Google Shape;136;p5"/>
          <p:cNvSpPr/>
          <p:nvPr/>
        </p:nvSpPr>
        <p:spPr>
          <a:xfrm>
            <a:off x="432000" y="4676196"/>
            <a:ext cx="1598400" cy="2850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Details </a:t>
            </a:r>
            <a:endParaRPr b="1">
              <a:solidFill>
                <a:schemeClr val="dk1"/>
              </a:solidFill>
              <a:latin typeface="Google Sans"/>
              <a:ea typeface="Google Sans"/>
              <a:cs typeface="Google Sans"/>
              <a:sym typeface="Google Sans"/>
            </a:endParaRPr>
          </a:p>
        </p:txBody>
      </p:sp>
      <p:sp>
        <p:nvSpPr>
          <p:cNvPr id="137" name="Google Shape;137;p5"/>
          <p:cNvSpPr/>
          <p:nvPr/>
        </p:nvSpPr>
        <p:spPr>
          <a:xfrm>
            <a:off x="432000" y="7458370"/>
            <a:ext cx="1598400" cy="2691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Next Steps </a:t>
            </a:r>
            <a:endParaRPr b="1">
              <a:solidFill>
                <a:schemeClr val="dk1"/>
              </a:solidFill>
              <a:latin typeface="Google Sans"/>
              <a:ea typeface="Google Sans"/>
              <a:cs typeface="Google Sans"/>
              <a:sym typeface="Google Sans"/>
            </a:endParaRPr>
          </a:p>
        </p:txBody>
      </p:sp>
      <p:grpSp>
        <p:nvGrpSpPr>
          <p:cNvPr id="138" name="Google Shape;138;p5"/>
          <p:cNvGrpSpPr/>
          <p:nvPr/>
        </p:nvGrpSpPr>
        <p:grpSpPr>
          <a:xfrm>
            <a:off x="95351" y="7362159"/>
            <a:ext cx="7581691" cy="5901"/>
            <a:chOff x="1890075" y="5241175"/>
            <a:chExt cx="4240556" cy="257700"/>
          </a:xfrm>
        </p:grpSpPr>
        <p:sp>
          <p:nvSpPr>
            <p:cNvPr id="139" name="Google Shape;139;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40" name="Google Shape;140;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41" name="Google Shape;141;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42" name="Google Shape;142;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143" name="Google Shape;143;p5"/>
          <p:cNvSpPr>
            <a:spLocks noGrp="1"/>
          </p:cNvSpPr>
          <p:nvPr>
            <p:ph type="pic" idx="2"/>
          </p:nvPr>
        </p:nvSpPr>
        <p:spPr>
          <a:xfrm>
            <a:off x="4467025" y="4719300"/>
            <a:ext cx="3006900" cy="204480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 NOT USE ">
  <p:cSld name="TITLE_2_1">
    <p:spTree>
      <p:nvGrpSpPr>
        <p:cNvPr id="1" name="Shape 144"/>
        <p:cNvGrpSpPr/>
        <p:nvPr/>
      </p:nvGrpSpPr>
      <p:grpSpPr>
        <a:xfrm>
          <a:off x="0" y="0"/>
          <a:ext cx="0" cy="0"/>
          <a:chOff x="0" y="0"/>
          <a:chExt cx="0" cy="0"/>
        </a:xfrm>
      </p:grpSpPr>
      <p:sp>
        <p:nvSpPr>
          <p:cNvPr id="145" name="Google Shape;145;p6"/>
          <p:cNvSpPr txBox="1"/>
          <p:nvPr/>
        </p:nvSpPr>
        <p:spPr>
          <a:xfrm>
            <a:off x="3993321" y="9367991"/>
            <a:ext cx="3693900" cy="734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600">
                <a:solidFill>
                  <a:srgbClr val="FFFFFF"/>
                </a:solidFill>
                <a:latin typeface="Roboto"/>
                <a:ea typeface="Roboto"/>
                <a:cs typeface="Roboto"/>
                <a:sym typeface="Roboto"/>
              </a:rPr>
              <a:t>Source:  Lorem ipsum dolor sit amet, consectetur adipiscing elit. Duis non erat sem</a:t>
            </a:r>
            <a:endParaRPr sz="600">
              <a:solidFill>
                <a:srgbClr val="FFFFFF"/>
              </a:solidFill>
              <a:latin typeface="Roboto"/>
              <a:ea typeface="Roboto"/>
              <a:cs typeface="Roboto"/>
              <a:sym typeface="Roboto"/>
            </a:endParaRPr>
          </a:p>
        </p:txBody>
      </p:sp>
      <p:sp>
        <p:nvSpPr>
          <p:cNvPr id="146" name="Google Shape;146;p6"/>
          <p:cNvSpPr txBox="1"/>
          <p:nvPr/>
        </p:nvSpPr>
        <p:spPr>
          <a:xfrm>
            <a:off x="6744495" y="427827"/>
            <a:ext cx="1027800" cy="59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D9D9D9"/>
                </a:solidFill>
                <a:latin typeface="Roboto"/>
                <a:ea typeface="Roboto"/>
                <a:cs typeface="Roboto"/>
                <a:sym typeface="Roboto"/>
              </a:rPr>
              <a:t>Proprietary + Confidential</a:t>
            </a:r>
            <a:endParaRPr sz="600">
              <a:solidFill>
                <a:srgbClr val="D9D9D9"/>
              </a:solidFill>
              <a:latin typeface="Roboto"/>
              <a:ea typeface="Roboto"/>
              <a:cs typeface="Roboto"/>
              <a:sym typeface="Roboto"/>
            </a:endParaRPr>
          </a:p>
        </p:txBody>
      </p:sp>
      <p:grpSp>
        <p:nvGrpSpPr>
          <p:cNvPr id="147" name="Google Shape;147;p6"/>
          <p:cNvGrpSpPr/>
          <p:nvPr/>
        </p:nvGrpSpPr>
        <p:grpSpPr>
          <a:xfrm>
            <a:off x="-16250" y="9048087"/>
            <a:ext cx="7804900" cy="1072407"/>
            <a:chOff x="-19118" y="4617750"/>
            <a:chExt cx="9182236" cy="548378"/>
          </a:xfrm>
        </p:grpSpPr>
        <p:sp>
          <p:nvSpPr>
            <p:cNvPr id="148" name="Google Shape;148;p6"/>
            <p:cNvSpPr/>
            <p:nvPr/>
          </p:nvSpPr>
          <p:spPr>
            <a:xfrm flipH="1">
              <a:off x="19244" y="4617750"/>
              <a:ext cx="9143874" cy="548378"/>
            </a:xfrm>
            <a:custGeom>
              <a:avLst/>
              <a:gdLst/>
              <a:ahLst/>
              <a:cxnLst/>
              <a:rect l="l" t="t" r="r" b="b"/>
              <a:pathLst>
                <a:path w="367556" h="19840" extrusionOk="0">
                  <a:moveTo>
                    <a:pt x="0" y="19840"/>
                  </a:moveTo>
                  <a:lnTo>
                    <a:pt x="515" y="0"/>
                  </a:lnTo>
                  <a:lnTo>
                    <a:pt x="367556" y="11270"/>
                  </a:lnTo>
                  <a:lnTo>
                    <a:pt x="367044" y="18698"/>
                  </a:lnTo>
                  <a:close/>
                </a:path>
              </a:pathLst>
            </a:custGeom>
            <a:solidFill>
              <a:srgbClr val="4069DD"/>
            </a:solidFill>
            <a:ln>
              <a:noFill/>
            </a:ln>
          </p:spPr>
        </p:sp>
        <p:sp>
          <p:nvSpPr>
            <p:cNvPr id="149" name="Google Shape;149;p6"/>
            <p:cNvSpPr/>
            <p:nvPr/>
          </p:nvSpPr>
          <p:spPr>
            <a:xfrm flipH="1">
              <a:off x="-19118" y="4677825"/>
              <a:ext cx="4769786" cy="473975"/>
            </a:xfrm>
            <a:custGeom>
              <a:avLst/>
              <a:gdLst/>
              <a:ahLst/>
              <a:cxnLst/>
              <a:rect l="l" t="t" r="r" b="b"/>
              <a:pathLst>
                <a:path w="366343" h="18959" extrusionOk="0">
                  <a:moveTo>
                    <a:pt x="0" y="18521"/>
                  </a:moveTo>
                  <a:lnTo>
                    <a:pt x="366343" y="0"/>
                  </a:lnTo>
                  <a:lnTo>
                    <a:pt x="366052" y="18959"/>
                  </a:lnTo>
                  <a:close/>
                </a:path>
              </a:pathLst>
            </a:custGeom>
            <a:solidFill>
              <a:srgbClr val="448AFF"/>
            </a:solidFill>
            <a:ln>
              <a:noFill/>
            </a:ln>
          </p:spPr>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 DO NOT USE">
  <p:cSld name="CUSTOM_1">
    <p:spTree>
      <p:nvGrpSpPr>
        <p:cNvPr id="1" name="Shape 150"/>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Layout 1" type="title">
  <p:cSld name="TITLE">
    <p:spTree>
      <p:nvGrpSpPr>
        <p:cNvPr id="1" name="Shape 156"/>
        <p:cNvGrpSpPr/>
        <p:nvPr/>
      </p:nvGrpSpPr>
      <p:grpSpPr>
        <a:xfrm>
          <a:off x="0" y="0"/>
          <a:ext cx="0" cy="0"/>
          <a:chOff x="0" y="0"/>
          <a:chExt cx="0" cy="0"/>
        </a:xfrm>
      </p:grpSpPr>
      <p:grpSp>
        <p:nvGrpSpPr>
          <p:cNvPr id="157" name="Google Shape;157;p9"/>
          <p:cNvGrpSpPr/>
          <p:nvPr/>
        </p:nvGrpSpPr>
        <p:grpSpPr>
          <a:xfrm>
            <a:off x="172055" y="1468890"/>
            <a:ext cx="7434543" cy="62982"/>
            <a:chOff x="1890075" y="5241175"/>
            <a:chExt cx="4240556" cy="257700"/>
          </a:xfrm>
        </p:grpSpPr>
        <p:sp>
          <p:nvSpPr>
            <p:cNvPr id="158" name="Google Shape;158;p9"/>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59" name="Google Shape;159;p9"/>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60" name="Google Shape;160;p9"/>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61" name="Google Shape;161;p9"/>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162" name="Google Shape;162;p9"/>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nvGrpSpPr>
          <p:cNvPr id="163" name="Google Shape;163;p9"/>
          <p:cNvGrpSpPr/>
          <p:nvPr/>
        </p:nvGrpSpPr>
        <p:grpSpPr>
          <a:xfrm>
            <a:off x="168930" y="2702615"/>
            <a:ext cx="7434543" cy="62982"/>
            <a:chOff x="1890075" y="5241175"/>
            <a:chExt cx="4240556" cy="257700"/>
          </a:xfrm>
        </p:grpSpPr>
        <p:sp>
          <p:nvSpPr>
            <p:cNvPr id="164" name="Google Shape;164;p9"/>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65" name="Google Shape;165;p9"/>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66" name="Google Shape;166;p9"/>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67" name="Google Shape;167;p9"/>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cxnSp>
        <p:nvCxnSpPr>
          <p:cNvPr id="168" name="Google Shape;168;p9"/>
          <p:cNvCxnSpPr>
            <a:stCxn id="158"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169" name="Google Shape;169;p9"/>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170" name="Google Shape;170;p9"/>
          <p:cNvGrpSpPr/>
          <p:nvPr/>
        </p:nvGrpSpPr>
        <p:grpSpPr>
          <a:xfrm>
            <a:off x="0" y="3413775"/>
            <a:ext cx="3530025" cy="746350"/>
            <a:chOff x="0" y="3156075"/>
            <a:chExt cx="3530025" cy="746350"/>
          </a:xfrm>
        </p:grpSpPr>
        <p:sp>
          <p:nvSpPr>
            <p:cNvPr id="171" name="Google Shape;171;p9"/>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72" name="Google Shape;172;p9"/>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173" name="Google Shape;173;p9"/>
          <p:cNvGrpSpPr/>
          <p:nvPr/>
        </p:nvGrpSpPr>
        <p:grpSpPr>
          <a:xfrm>
            <a:off x="3248850" y="2867100"/>
            <a:ext cx="4936034" cy="746350"/>
            <a:chOff x="0" y="3156075"/>
            <a:chExt cx="3530025" cy="746350"/>
          </a:xfrm>
        </p:grpSpPr>
        <p:sp>
          <p:nvSpPr>
            <p:cNvPr id="174" name="Google Shape;174;p9"/>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75" name="Google Shape;175;p9"/>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176" name="Google Shape;176;p9"/>
          <p:cNvGrpSpPr/>
          <p:nvPr/>
        </p:nvGrpSpPr>
        <p:grpSpPr>
          <a:xfrm>
            <a:off x="3248850" y="7166275"/>
            <a:ext cx="4936034" cy="746350"/>
            <a:chOff x="0" y="3156075"/>
            <a:chExt cx="3530025" cy="746350"/>
          </a:xfrm>
        </p:grpSpPr>
        <p:sp>
          <p:nvSpPr>
            <p:cNvPr id="177" name="Google Shape;177;p9"/>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78" name="Google Shape;178;p9"/>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179" name="Google Shape;179;p9"/>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Key Insights </a:t>
            </a:r>
            <a:endParaRPr sz="1900">
              <a:solidFill>
                <a:schemeClr val="lt2"/>
              </a:solidFill>
              <a:latin typeface="Google Sans SemiBold"/>
              <a:ea typeface="Google Sans SemiBold"/>
              <a:cs typeface="Google Sans SemiBold"/>
              <a:sym typeface="Google Sans SemiBold"/>
            </a:endParaRPr>
          </a:p>
        </p:txBody>
      </p:sp>
      <p:sp>
        <p:nvSpPr>
          <p:cNvPr id="180" name="Google Shape;180;p9"/>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Details </a:t>
            </a:r>
            <a:endParaRPr sz="1900">
              <a:solidFill>
                <a:schemeClr val="lt2"/>
              </a:solidFill>
              <a:latin typeface="Google Sans SemiBold"/>
              <a:ea typeface="Google Sans SemiBold"/>
              <a:cs typeface="Google Sans SemiBold"/>
              <a:sym typeface="Google Sans SemiBold"/>
            </a:endParaRPr>
          </a:p>
        </p:txBody>
      </p:sp>
      <p:sp>
        <p:nvSpPr>
          <p:cNvPr id="181" name="Google Shape;181;p9"/>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Next Steps </a:t>
            </a:r>
            <a:endParaRPr sz="1900">
              <a:solidFill>
                <a:schemeClr val="lt2"/>
              </a:solidFill>
              <a:latin typeface="Google Sans SemiBold"/>
              <a:ea typeface="Google Sans SemiBold"/>
              <a:cs typeface="Google Sans SemiBold"/>
              <a:sym typeface="Google Sans SemiBold"/>
            </a:endParaRPr>
          </a:p>
        </p:txBody>
      </p:sp>
      <p:sp>
        <p:nvSpPr>
          <p:cNvPr id="182" name="Google Shape;182;p9"/>
          <p:cNvSpPr txBox="1">
            <a:spLocks noGrp="1"/>
          </p:cNvSpPr>
          <p:nvPr>
            <p:ph type="title"/>
          </p:nvPr>
        </p:nvSpPr>
        <p:spPr>
          <a:xfrm>
            <a:off x="168925" y="324775"/>
            <a:ext cx="7408500" cy="7713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t" anchorCtr="0">
            <a:normAutofit/>
          </a:bodyPr>
          <a:lstStyle>
            <a:lvl1pPr lvl="0" algn="ctr">
              <a:spcBef>
                <a:spcPts val="0"/>
              </a:spcBef>
              <a:spcAft>
                <a:spcPts val="0"/>
              </a:spcAft>
              <a:buSzPts val="2800"/>
              <a:buNone/>
              <a:defRPr sz="2100"/>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sp>
        <p:nvSpPr>
          <p:cNvPr id="183" name="Google Shape;183;p9"/>
          <p:cNvSpPr txBox="1">
            <a:spLocks noGrp="1"/>
          </p:cNvSpPr>
          <p:nvPr>
            <p:ph type="subTitle" idx="1"/>
          </p:nvPr>
        </p:nvSpPr>
        <p:spPr>
          <a:xfrm>
            <a:off x="2263675" y="826975"/>
            <a:ext cx="3219000" cy="269100"/>
          </a:xfrm>
          <a:prstGeom prst="rect">
            <a:avLst/>
          </a:prstGeom>
        </p:spPr>
        <p:txBody>
          <a:bodyPr spcFirstLastPara="1" wrap="square" lIns="91425" tIns="91425" rIns="91425" bIns="91425" anchor="t" anchorCtr="0">
            <a:spAutoFit/>
          </a:bodyPr>
          <a:lstStyle>
            <a:lvl1pPr lvl="0" algn="ctr">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Layout 2">
  <p:cSld name="TITLE_1">
    <p:spTree>
      <p:nvGrpSpPr>
        <p:cNvPr id="1" name="Shape 184"/>
        <p:cNvGrpSpPr/>
        <p:nvPr/>
      </p:nvGrpSpPr>
      <p:grpSpPr>
        <a:xfrm>
          <a:off x="0" y="0"/>
          <a:ext cx="0" cy="0"/>
          <a:chOff x="0" y="0"/>
          <a:chExt cx="0" cy="0"/>
        </a:xfrm>
      </p:grpSpPr>
      <p:cxnSp>
        <p:nvCxnSpPr>
          <p:cNvPr id="185" name="Google Shape;185;p10"/>
          <p:cNvCxnSpPr/>
          <p:nvPr/>
        </p:nvCxnSpPr>
        <p:spPr>
          <a:xfrm>
            <a:off x="3049395" y="901911"/>
            <a:ext cx="0" cy="5924400"/>
          </a:xfrm>
          <a:prstGeom prst="straightConnector1">
            <a:avLst/>
          </a:prstGeom>
          <a:noFill/>
          <a:ln w="9525" cap="flat" cmpd="sng">
            <a:solidFill>
              <a:srgbClr val="CCCCCC"/>
            </a:solidFill>
            <a:prstDash val="solid"/>
            <a:round/>
            <a:headEnd type="none" w="med" len="med"/>
            <a:tailEnd type="none" w="med" len="med"/>
          </a:ln>
        </p:spPr>
      </p:cxnSp>
      <p:cxnSp>
        <p:nvCxnSpPr>
          <p:cNvPr id="186" name="Google Shape;186;p10"/>
          <p:cNvCxnSpPr>
            <a:stCxn id="187" idx="0"/>
          </p:cNvCxnSpPr>
          <p:nvPr/>
        </p:nvCxnSpPr>
        <p:spPr>
          <a:xfrm flipH="1">
            <a:off x="172020" y="903608"/>
            <a:ext cx="18300" cy="9187200"/>
          </a:xfrm>
          <a:prstGeom prst="straightConnector1">
            <a:avLst/>
          </a:prstGeom>
          <a:noFill/>
          <a:ln w="9525" cap="flat" cmpd="sng">
            <a:solidFill>
              <a:srgbClr val="CCCCCC"/>
            </a:solidFill>
            <a:prstDash val="solid"/>
            <a:round/>
            <a:headEnd type="none" w="med" len="med"/>
            <a:tailEnd type="none" w="med" len="med"/>
          </a:ln>
        </p:spPr>
      </p:cxnSp>
      <p:grpSp>
        <p:nvGrpSpPr>
          <p:cNvPr id="188" name="Google Shape;188;p10"/>
          <p:cNvGrpSpPr/>
          <p:nvPr/>
        </p:nvGrpSpPr>
        <p:grpSpPr>
          <a:xfrm>
            <a:off x="190320" y="900657"/>
            <a:ext cx="7581691" cy="5901"/>
            <a:chOff x="1890075" y="5241175"/>
            <a:chExt cx="4240556" cy="257700"/>
          </a:xfrm>
        </p:grpSpPr>
        <p:sp>
          <p:nvSpPr>
            <p:cNvPr id="187" name="Google Shape;187;p10"/>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89" name="Google Shape;189;p10"/>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0" name="Google Shape;190;p10"/>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1" name="Google Shape;191;p10"/>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192" name="Google Shape;192;p10"/>
          <p:cNvGrpSpPr/>
          <p:nvPr/>
        </p:nvGrpSpPr>
        <p:grpSpPr>
          <a:xfrm>
            <a:off x="190320" y="931759"/>
            <a:ext cx="7581691" cy="5901"/>
            <a:chOff x="1890075" y="5241175"/>
            <a:chExt cx="4240556" cy="257700"/>
          </a:xfrm>
        </p:grpSpPr>
        <p:sp>
          <p:nvSpPr>
            <p:cNvPr id="193" name="Google Shape;193;p10"/>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4" name="Google Shape;194;p10"/>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5" name="Google Shape;195;p10"/>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6" name="Google Shape;196;p10"/>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197" name="Google Shape;197;p10"/>
          <p:cNvSpPr/>
          <p:nvPr/>
        </p:nvSpPr>
        <p:spPr>
          <a:xfrm rot="248910">
            <a:off x="7469568" y="-16320"/>
            <a:ext cx="1791494" cy="10540289"/>
          </a:xfrm>
          <a:prstGeom prst="rtTriangle">
            <a:avLst/>
          </a:prstGeom>
          <a:solidFill>
            <a:srgbClr val="B7B7B7"/>
          </a:solidFill>
          <a:ln w="9525" cap="flat" cmpd="sng">
            <a:solidFill>
              <a:srgbClr val="CFB99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198" name="Google Shape;198;p10"/>
          <p:cNvSpPr txBox="1"/>
          <p:nvPr/>
        </p:nvSpPr>
        <p:spPr>
          <a:xfrm>
            <a:off x="490594" y="10869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ISSUE / PROBLEM</a:t>
            </a:r>
            <a:endParaRPr sz="1500">
              <a:latin typeface="Work Sans"/>
              <a:ea typeface="Work Sans"/>
              <a:cs typeface="Work Sans"/>
              <a:sym typeface="Work Sans"/>
            </a:endParaRPr>
          </a:p>
        </p:txBody>
      </p:sp>
      <p:grpSp>
        <p:nvGrpSpPr>
          <p:cNvPr id="199" name="Google Shape;199;p10"/>
          <p:cNvGrpSpPr/>
          <p:nvPr/>
        </p:nvGrpSpPr>
        <p:grpSpPr>
          <a:xfrm>
            <a:off x="372224" y="1193225"/>
            <a:ext cx="137818" cy="187200"/>
            <a:chOff x="507100" y="1997600"/>
            <a:chExt cx="158375" cy="187200"/>
          </a:xfrm>
        </p:grpSpPr>
        <p:sp>
          <p:nvSpPr>
            <p:cNvPr id="200" name="Google Shape;200;p10"/>
            <p:cNvSpPr/>
            <p:nvPr/>
          </p:nvSpPr>
          <p:spPr>
            <a:xfrm>
              <a:off x="529575" y="1997600"/>
              <a:ext cx="135900" cy="187200"/>
            </a:xfrm>
            <a:prstGeom prst="chevron">
              <a:avLst>
                <a:gd name="adj" fmla="val 50000"/>
              </a:avLst>
            </a:prstGeom>
            <a:solidFill>
              <a:srgbClr val="595959"/>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0"/>
            <p:cNvSpPr/>
            <p:nvPr/>
          </p:nvSpPr>
          <p:spPr>
            <a:xfrm>
              <a:off x="507100" y="2017025"/>
              <a:ext cx="135900" cy="146700"/>
            </a:xfrm>
            <a:prstGeom prst="chevron">
              <a:avLst>
                <a:gd name="adj" fmla="val 50000"/>
              </a:avLst>
            </a:prstGeom>
            <a:solidFill>
              <a:srgbClr val="999999"/>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2" name="Google Shape;202;p10"/>
          <p:cNvSpPr txBox="1"/>
          <p:nvPr/>
        </p:nvSpPr>
        <p:spPr>
          <a:xfrm>
            <a:off x="3314919" y="10869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RESPONSE </a:t>
            </a:r>
            <a:endParaRPr sz="1500">
              <a:latin typeface="Work Sans"/>
              <a:ea typeface="Work Sans"/>
              <a:cs typeface="Work Sans"/>
              <a:sym typeface="Work Sans"/>
            </a:endParaRPr>
          </a:p>
        </p:txBody>
      </p:sp>
      <p:grpSp>
        <p:nvGrpSpPr>
          <p:cNvPr id="203" name="Google Shape;203;p10"/>
          <p:cNvGrpSpPr/>
          <p:nvPr/>
        </p:nvGrpSpPr>
        <p:grpSpPr>
          <a:xfrm>
            <a:off x="3196549" y="1193225"/>
            <a:ext cx="137818" cy="187200"/>
            <a:chOff x="507100" y="1997600"/>
            <a:chExt cx="158375" cy="187200"/>
          </a:xfrm>
        </p:grpSpPr>
        <p:sp>
          <p:nvSpPr>
            <p:cNvPr id="204" name="Google Shape;204;p10"/>
            <p:cNvSpPr/>
            <p:nvPr/>
          </p:nvSpPr>
          <p:spPr>
            <a:xfrm>
              <a:off x="529575" y="1997600"/>
              <a:ext cx="135900" cy="187200"/>
            </a:xfrm>
            <a:prstGeom prst="chevron">
              <a:avLst>
                <a:gd name="adj" fmla="val 50000"/>
              </a:avLst>
            </a:prstGeom>
            <a:solidFill>
              <a:srgbClr val="595959"/>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0"/>
            <p:cNvSpPr/>
            <p:nvPr/>
          </p:nvSpPr>
          <p:spPr>
            <a:xfrm>
              <a:off x="507100" y="2017025"/>
              <a:ext cx="135900" cy="146700"/>
            </a:xfrm>
            <a:prstGeom prst="chevron">
              <a:avLst>
                <a:gd name="adj" fmla="val 50000"/>
              </a:avLst>
            </a:prstGeom>
            <a:solidFill>
              <a:srgbClr val="999999"/>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6" name="Google Shape;206;p10"/>
          <p:cNvSpPr txBox="1"/>
          <p:nvPr/>
        </p:nvSpPr>
        <p:spPr>
          <a:xfrm>
            <a:off x="3314919" y="39101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IMPACT </a:t>
            </a:r>
            <a:endParaRPr sz="1500">
              <a:latin typeface="Work Sans"/>
              <a:ea typeface="Work Sans"/>
              <a:cs typeface="Work Sans"/>
              <a:sym typeface="Work Sans"/>
            </a:endParaRPr>
          </a:p>
        </p:txBody>
      </p:sp>
      <p:grpSp>
        <p:nvGrpSpPr>
          <p:cNvPr id="207" name="Google Shape;207;p10"/>
          <p:cNvGrpSpPr/>
          <p:nvPr/>
        </p:nvGrpSpPr>
        <p:grpSpPr>
          <a:xfrm>
            <a:off x="3196549" y="4016425"/>
            <a:ext cx="137818" cy="187200"/>
            <a:chOff x="507100" y="1997600"/>
            <a:chExt cx="158375" cy="187200"/>
          </a:xfrm>
        </p:grpSpPr>
        <p:sp>
          <p:nvSpPr>
            <p:cNvPr id="208" name="Google Shape;208;p10"/>
            <p:cNvSpPr/>
            <p:nvPr/>
          </p:nvSpPr>
          <p:spPr>
            <a:xfrm>
              <a:off x="529575" y="1997600"/>
              <a:ext cx="135900" cy="187200"/>
            </a:xfrm>
            <a:prstGeom prst="chevron">
              <a:avLst>
                <a:gd name="adj" fmla="val 50000"/>
              </a:avLst>
            </a:prstGeom>
            <a:solidFill>
              <a:srgbClr val="595959"/>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10"/>
            <p:cNvSpPr/>
            <p:nvPr/>
          </p:nvSpPr>
          <p:spPr>
            <a:xfrm>
              <a:off x="507100" y="2017025"/>
              <a:ext cx="135900" cy="146700"/>
            </a:xfrm>
            <a:prstGeom prst="chevron">
              <a:avLst>
                <a:gd name="adj" fmla="val 50000"/>
              </a:avLst>
            </a:prstGeom>
            <a:solidFill>
              <a:srgbClr val="999999"/>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0" name="Google Shape;210;p10"/>
          <p:cNvGrpSpPr/>
          <p:nvPr/>
        </p:nvGrpSpPr>
        <p:grpSpPr>
          <a:xfrm>
            <a:off x="172050" y="4643025"/>
            <a:ext cx="2852450" cy="2183285"/>
            <a:chOff x="404700" y="4541500"/>
            <a:chExt cx="2852450" cy="2183285"/>
          </a:xfrm>
        </p:grpSpPr>
        <p:sp>
          <p:nvSpPr>
            <p:cNvPr id="211" name="Google Shape;211;p10"/>
            <p:cNvSpPr/>
            <p:nvPr/>
          </p:nvSpPr>
          <p:spPr>
            <a:xfrm>
              <a:off x="404700" y="4574127"/>
              <a:ext cx="2758200" cy="2148000"/>
            </a:xfrm>
            <a:prstGeom prst="rect">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0"/>
            <p:cNvSpPr/>
            <p:nvPr/>
          </p:nvSpPr>
          <p:spPr>
            <a:xfrm>
              <a:off x="452450" y="4614885"/>
              <a:ext cx="2804700" cy="2109900"/>
            </a:xfrm>
            <a:prstGeom prst="rect">
              <a:avLst/>
            </a:prstGeom>
            <a:solidFill>
              <a:srgbClr val="CCCCCC"/>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0"/>
            <p:cNvSpPr txBox="1"/>
            <p:nvPr/>
          </p:nvSpPr>
          <p:spPr>
            <a:xfrm>
              <a:off x="643125" y="4541500"/>
              <a:ext cx="25959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KEY INSIGHTS</a:t>
              </a:r>
              <a:endParaRPr sz="1500">
                <a:latin typeface="Work Sans"/>
                <a:ea typeface="Work Sans"/>
                <a:cs typeface="Work Sans"/>
                <a:sym typeface="Work Sans"/>
              </a:endParaRPr>
            </a:p>
          </p:txBody>
        </p:sp>
        <p:sp>
          <p:nvSpPr>
            <p:cNvPr id="214" name="Google Shape;214;p10"/>
            <p:cNvSpPr/>
            <p:nvPr/>
          </p:nvSpPr>
          <p:spPr>
            <a:xfrm>
              <a:off x="529575" y="4663612"/>
              <a:ext cx="135900" cy="200400"/>
            </a:xfrm>
            <a:prstGeom prst="chevron">
              <a:avLst>
                <a:gd name="adj" fmla="val 50000"/>
              </a:avLst>
            </a:prstGeom>
            <a:solidFill>
              <a:srgbClr val="595959"/>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10"/>
            <p:cNvSpPr/>
            <p:nvPr/>
          </p:nvSpPr>
          <p:spPr>
            <a:xfrm>
              <a:off x="507100" y="4684392"/>
              <a:ext cx="135900" cy="156900"/>
            </a:xfrm>
            <a:prstGeom prst="chevron">
              <a:avLst>
                <a:gd name="adj" fmla="val 50000"/>
              </a:avLst>
            </a:prstGeom>
            <a:solidFill>
              <a:srgbClr val="999999"/>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6" name="Google Shape;216;p10"/>
          <p:cNvSpPr/>
          <p:nvPr/>
        </p:nvSpPr>
        <p:spPr>
          <a:xfrm>
            <a:off x="3668950" y="6615125"/>
            <a:ext cx="3184200" cy="2495700"/>
          </a:xfrm>
          <a:prstGeom prst="rect">
            <a:avLst/>
          </a:prstGeom>
          <a:solidFill>
            <a:srgbClr val="666666"/>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0"/>
          <p:cNvSpPr/>
          <p:nvPr/>
        </p:nvSpPr>
        <p:spPr>
          <a:xfrm>
            <a:off x="1043125" y="7288425"/>
            <a:ext cx="2573100" cy="2261400"/>
          </a:xfrm>
          <a:prstGeom prst="rect">
            <a:avLst/>
          </a:prstGeom>
          <a:solidFill>
            <a:srgbClr val="666666"/>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0"/>
          <p:cNvSpPr>
            <a:spLocks noGrp="1"/>
          </p:cNvSpPr>
          <p:nvPr>
            <p:ph type="pic" idx="2"/>
          </p:nvPr>
        </p:nvSpPr>
        <p:spPr>
          <a:xfrm>
            <a:off x="3681075" y="6466100"/>
            <a:ext cx="3035400" cy="2495700"/>
          </a:xfrm>
          <a:prstGeom prst="rect">
            <a:avLst/>
          </a:prstGeom>
          <a:noFill/>
          <a:ln w="19050" cap="flat" cmpd="sng">
            <a:solidFill>
              <a:srgbClr val="000000"/>
            </a:solidFill>
            <a:prstDash val="solid"/>
            <a:round/>
            <a:headEnd type="none" w="sm" len="sm"/>
            <a:tailEnd type="none" w="sm" len="sm"/>
          </a:ln>
        </p:spPr>
      </p:sp>
      <p:sp>
        <p:nvSpPr>
          <p:cNvPr id="219" name="Google Shape;219;p10"/>
          <p:cNvSpPr>
            <a:spLocks noGrp="1"/>
          </p:cNvSpPr>
          <p:nvPr>
            <p:ph type="pic" idx="3"/>
          </p:nvPr>
        </p:nvSpPr>
        <p:spPr>
          <a:xfrm>
            <a:off x="1162700" y="7044000"/>
            <a:ext cx="2453400" cy="2398200"/>
          </a:xfrm>
          <a:prstGeom prst="rect">
            <a:avLst/>
          </a:prstGeom>
          <a:noFill/>
          <a:ln w="19050" cap="flat" cmpd="sng">
            <a:solidFill>
              <a:srgbClr val="000000"/>
            </a:solidFill>
            <a:prstDash val="solid"/>
            <a:round/>
            <a:headEnd type="none" w="sm" len="sm"/>
            <a:tailEnd type="none" w="sm" len="sm"/>
          </a:ln>
        </p:spPr>
      </p:sp>
      <p:sp>
        <p:nvSpPr>
          <p:cNvPr id="220" name="Google Shape;220;p10"/>
          <p:cNvSpPr txBox="1"/>
          <p:nvPr/>
        </p:nvSpPr>
        <p:spPr>
          <a:xfrm>
            <a:off x="510050" y="9659903"/>
            <a:ext cx="3081600" cy="285000"/>
          </a:xfrm>
          <a:prstGeom prst="rect">
            <a:avLst/>
          </a:prstGeom>
          <a:noFill/>
          <a:ln>
            <a:noFill/>
          </a:ln>
        </p:spPr>
        <p:txBody>
          <a:bodyPr spcFirstLastPara="1" wrap="square" lIns="91425" tIns="91425" rIns="91425" bIns="91425" anchor="t" anchorCtr="0">
            <a:normAutofit fontScale="700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221" name="Google Shape;221;p10"/>
          <p:cNvSpPr txBox="1">
            <a:spLocks noGrp="1"/>
          </p:cNvSpPr>
          <p:nvPr>
            <p:ph type="title"/>
          </p:nvPr>
        </p:nvSpPr>
        <p:spPr>
          <a:xfrm>
            <a:off x="190350" y="11200"/>
            <a:ext cx="7290900" cy="7713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t" anchorCtr="0">
            <a:normAutofit/>
          </a:bodyPr>
          <a:lstStyle>
            <a:lvl1pPr lvl="0" algn="ctr">
              <a:spcBef>
                <a:spcPts val="0"/>
              </a:spcBef>
              <a:spcAft>
                <a:spcPts val="0"/>
              </a:spcAft>
              <a:buSzPts val="2800"/>
              <a:buNone/>
              <a:defRPr sz="2100"/>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sp>
        <p:nvSpPr>
          <p:cNvPr id="222" name="Google Shape;222;p10"/>
          <p:cNvSpPr txBox="1">
            <a:spLocks noGrp="1"/>
          </p:cNvSpPr>
          <p:nvPr>
            <p:ph type="subTitle" idx="1"/>
          </p:nvPr>
        </p:nvSpPr>
        <p:spPr>
          <a:xfrm>
            <a:off x="2226300" y="513400"/>
            <a:ext cx="3219000" cy="269100"/>
          </a:xfrm>
          <a:prstGeom prst="rect">
            <a:avLst/>
          </a:prstGeom>
        </p:spPr>
        <p:txBody>
          <a:bodyPr spcFirstLastPara="1" wrap="square" lIns="91425" tIns="91425" rIns="91425" bIns="91425" anchor="t" anchorCtr="0">
            <a:spAutoFit/>
          </a:bodyPr>
          <a:lstStyle>
            <a:lvl1pPr lvl="0" algn="ctr">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Layout 3">
  <p:cSld name="CUSTOM_2_1">
    <p:spTree>
      <p:nvGrpSpPr>
        <p:cNvPr id="1" name="Shape 223"/>
        <p:cNvGrpSpPr/>
        <p:nvPr/>
      </p:nvGrpSpPr>
      <p:grpSpPr>
        <a:xfrm>
          <a:off x="0" y="0"/>
          <a:ext cx="0" cy="0"/>
          <a:chOff x="0" y="0"/>
          <a:chExt cx="0" cy="0"/>
        </a:xfrm>
      </p:grpSpPr>
      <p:sp>
        <p:nvSpPr>
          <p:cNvPr id="224" name="Google Shape;224;p11"/>
          <p:cNvSpPr txBox="1">
            <a:spLocks noGrp="1"/>
          </p:cNvSpPr>
          <p:nvPr>
            <p:ph type="body" idx="1"/>
          </p:nvPr>
        </p:nvSpPr>
        <p:spPr>
          <a:xfrm>
            <a:off x="438138" y="4143950"/>
            <a:ext cx="3108300" cy="2370000"/>
          </a:xfrm>
          <a:prstGeom prst="rect">
            <a:avLst/>
          </a:prstGeom>
        </p:spPr>
        <p:txBody>
          <a:bodyPr spcFirstLastPara="1" wrap="square" lIns="57150"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25" name="Google Shape;225;p11"/>
          <p:cNvSpPr txBox="1">
            <a:spLocks noGrp="1"/>
          </p:cNvSpPr>
          <p:nvPr>
            <p:ph type="body" idx="2"/>
          </p:nvPr>
        </p:nvSpPr>
        <p:spPr>
          <a:xfrm>
            <a:off x="413425" y="1939675"/>
            <a:ext cx="6896100" cy="10275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cxnSp>
        <p:nvCxnSpPr>
          <p:cNvPr id="226" name="Google Shape;226;p11"/>
          <p:cNvCxnSpPr/>
          <p:nvPr/>
        </p:nvCxnSpPr>
        <p:spPr>
          <a:xfrm>
            <a:off x="417975" y="1623150"/>
            <a:ext cx="0" cy="8461500"/>
          </a:xfrm>
          <a:prstGeom prst="straightConnector1">
            <a:avLst/>
          </a:prstGeom>
          <a:noFill/>
          <a:ln w="9525" cap="flat" cmpd="sng">
            <a:solidFill>
              <a:srgbClr val="B7B7B7"/>
            </a:solidFill>
            <a:prstDash val="solid"/>
            <a:round/>
            <a:headEnd type="none" w="med" len="med"/>
            <a:tailEnd type="none" w="med" len="med"/>
          </a:ln>
        </p:spPr>
      </p:cxnSp>
      <p:grpSp>
        <p:nvGrpSpPr>
          <p:cNvPr id="227" name="Google Shape;227;p11"/>
          <p:cNvGrpSpPr/>
          <p:nvPr/>
        </p:nvGrpSpPr>
        <p:grpSpPr>
          <a:xfrm>
            <a:off x="404725" y="1529075"/>
            <a:ext cx="6908400" cy="72025"/>
            <a:chOff x="404725" y="1681475"/>
            <a:chExt cx="6908400" cy="72025"/>
          </a:xfrm>
        </p:grpSpPr>
        <p:cxnSp>
          <p:nvCxnSpPr>
            <p:cNvPr id="228" name="Google Shape;228;p11"/>
            <p:cNvCxnSpPr/>
            <p:nvPr/>
          </p:nvCxnSpPr>
          <p:spPr>
            <a:xfrm rot="10800000" flipH="1">
              <a:off x="404725" y="1681475"/>
              <a:ext cx="6908400" cy="16800"/>
            </a:xfrm>
            <a:prstGeom prst="straightConnector1">
              <a:avLst/>
            </a:prstGeom>
            <a:noFill/>
            <a:ln w="38100" cap="flat" cmpd="sng">
              <a:solidFill>
                <a:srgbClr val="666666"/>
              </a:solidFill>
              <a:prstDash val="solid"/>
              <a:round/>
              <a:headEnd type="none" w="med" len="med"/>
              <a:tailEnd type="none" w="med" len="med"/>
            </a:ln>
          </p:spPr>
        </p:cxnSp>
        <p:cxnSp>
          <p:nvCxnSpPr>
            <p:cNvPr id="229" name="Google Shape;229;p11"/>
            <p:cNvCxnSpPr/>
            <p:nvPr/>
          </p:nvCxnSpPr>
          <p:spPr>
            <a:xfrm rot="10800000" flipH="1">
              <a:off x="404725" y="1736700"/>
              <a:ext cx="6908400" cy="16800"/>
            </a:xfrm>
            <a:prstGeom prst="straightConnector1">
              <a:avLst/>
            </a:prstGeom>
            <a:noFill/>
            <a:ln w="38100" cap="flat" cmpd="sng">
              <a:solidFill>
                <a:srgbClr val="666666"/>
              </a:solidFill>
              <a:prstDash val="solid"/>
              <a:round/>
              <a:headEnd type="none" w="med" len="med"/>
              <a:tailEnd type="none" w="med" len="med"/>
            </a:ln>
          </p:spPr>
        </p:cxnSp>
      </p:grpSp>
      <p:cxnSp>
        <p:nvCxnSpPr>
          <p:cNvPr id="230" name="Google Shape;230;p11"/>
          <p:cNvCxnSpPr/>
          <p:nvPr/>
        </p:nvCxnSpPr>
        <p:spPr>
          <a:xfrm>
            <a:off x="7313125" y="1593600"/>
            <a:ext cx="0" cy="8520600"/>
          </a:xfrm>
          <a:prstGeom prst="straightConnector1">
            <a:avLst/>
          </a:prstGeom>
          <a:noFill/>
          <a:ln w="9525" cap="flat" cmpd="sng">
            <a:solidFill>
              <a:srgbClr val="B7B7B7"/>
            </a:solidFill>
            <a:prstDash val="solid"/>
            <a:round/>
            <a:headEnd type="none" w="med" len="med"/>
            <a:tailEnd type="none" w="med" len="med"/>
          </a:ln>
        </p:spPr>
      </p:cxnSp>
      <p:sp>
        <p:nvSpPr>
          <p:cNvPr id="231" name="Google Shape;231;p11"/>
          <p:cNvSpPr txBox="1">
            <a:spLocks noGrp="1"/>
          </p:cNvSpPr>
          <p:nvPr>
            <p:ph type="title"/>
          </p:nvPr>
        </p:nvSpPr>
        <p:spPr>
          <a:xfrm>
            <a:off x="404725" y="246200"/>
            <a:ext cx="6908400" cy="7713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t" anchorCtr="0">
            <a:normAutofit/>
          </a:bodyPr>
          <a:lstStyle>
            <a:lvl1pPr lvl="0" algn="ctr">
              <a:spcBef>
                <a:spcPts val="0"/>
              </a:spcBef>
              <a:spcAft>
                <a:spcPts val="0"/>
              </a:spcAft>
              <a:buSzPts val="2800"/>
              <a:buNone/>
              <a:defRPr sz="2100"/>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sp>
        <p:nvSpPr>
          <p:cNvPr id="232" name="Google Shape;232;p11"/>
          <p:cNvSpPr txBox="1">
            <a:spLocks noGrp="1"/>
          </p:cNvSpPr>
          <p:nvPr>
            <p:ph type="subTitle" idx="3"/>
          </p:nvPr>
        </p:nvSpPr>
        <p:spPr>
          <a:xfrm>
            <a:off x="2249425" y="827075"/>
            <a:ext cx="3219000" cy="269100"/>
          </a:xfrm>
          <a:prstGeom prst="rect">
            <a:avLst/>
          </a:prstGeom>
        </p:spPr>
        <p:txBody>
          <a:bodyPr spcFirstLastPara="1" wrap="square" lIns="91425" tIns="91425" rIns="91425" bIns="91425" anchor="t" anchorCtr="0">
            <a:spAutoFit/>
          </a:bodyPr>
          <a:lstStyle>
            <a:lvl1pPr lvl="0" algn="ctr">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cxnSp>
        <p:nvCxnSpPr>
          <p:cNvPr id="233" name="Google Shape;233;p11"/>
          <p:cNvCxnSpPr/>
          <p:nvPr/>
        </p:nvCxnSpPr>
        <p:spPr>
          <a:xfrm rot="10800000">
            <a:off x="438150" y="3505200"/>
            <a:ext cx="6896100" cy="0"/>
          </a:xfrm>
          <a:prstGeom prst="straightConnector1">
            <a:avLst/>
          </a:prstGeom>
          <a:noFill/>
          <a:ln w="9525" cap="flat" cmpd="sng">
            <a:solidFill>
              <a:srgbClr val="CCCCCC"/>
            </a:solidFill>
            <a:prstDash val="solid"/>
            <a:round/>
            <a:headEnd type="none" w="med" len="med"/>
            <a:tailEnd type="none" w="med" len="med"/>
          </a:ln>
        </p:spPr>
      </p:cxnSp>
      <p:cxnSp>
        <p:nvCxnSpPr>
          <p:cNvPr id="234" name="Google Shape;234;p11"/>
          <p:cNvCxnSpPr/>
          <p:nvPr/>
        </p:nvCxnSpPr>
        <p:spPr>
          <a:xfrm>
            <a:off x="3886200" y="3534350"/>
            <a:ext cx="0" cy="6566700"/>
          </a:xfrm>
          <a:prstGeom prst="straightConnector1">
            <a:avLst/>
          </a:prstGeom>
          <a:noFill/>
          <a:ln w="9525" cap="flat" cmpd="sng">
            <a:solidFill>
              <a:srgbClr val="B7B7B7"/>
            </a:solidFill>
            <a:prstDash val="solid"/>
            <a:round/>
            <a:headEnd type="none" w="med" len="med"/>
            <a:tailEnd type="none" w="med" len="med"/>
          </a:ln>
        </p:spPr>
      </p:cxnSp>
      <p:grpSp>
        <p:nvGrpSpPr>
          <p:cNvPr id="235" name="Google Shape;235;p11"/>
          <p:cNvGrpSpPr/>
          <p:nvPr/>
        </p:nvGrpSpPr>
        <p:grpSpPr>
          <a:xfrm>
            <a:off x="417975" y="1732850"/>
            <a:ext cx="2357775" cy="410125"/>
            <a:chOff x="417975" y="1885250"/>
            <a:chExt cx="2357775" cy="410125"/>
          </a:xfrm>
        </p:grpSpPr>
        <p:sp>
          <p:nvSpPr>
            <p:cNvPr id="236" name="Google Shape;236;p11"/>
            <p:cNvSpPr/>
            <p:nvPr/>
          </p:nvSpPr>
          <p:spPr>
            <a:xfrm>
              <a:off x="417975" y="1885250"/>
              <a:ext cx="2020800" cy="410100"/>
            </a:xfrm>
            <a:prstGeom prst="rect">
              <a:avLst/>
            </a:prstGeom>
            <a:solidFill>
              <a:schemeClr val="dk2"/>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1"/>
            <p:cNvSpPr/>
            <p:nvPr/>
          </p:nvSpPr>
          <p:spPr>
            <a:xfrm rot="10800000">
              <a:off x="2236350" y="1885875"/>
              <a:ext cx="539400" cy="409500"/>
            </a:xfrm>
            <a:prstGeom prst="chevron">
              <a:avLst>
                <a:gd name="adj" fmla="val 50000"/>
              </a:avLst>
            </a:prstGeom>
            <a:solidFill>
              <a:schemeClr val="dk2"/>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1"/>
            <p:cNvSpPr/>
            <p:nvPr/>
          </p:nvSpPr>
          <p:spPr>
            <a:xfrm>
              <a:off x="446175" y="1905300"/>
              <a:ext cx="1946700" cy="364200"/>
            </a:xfrm>
            <a:prstGeom prst="rect">
              <a:avLst/>
            </a:prstGeom>
            <a:solidFill>
              <a:srgbClr val="B7B7B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11"/>
            <p:cNvSpPr/>
            <p:nvPr/>
          </p:nvSpPr>
          <p:spPr>
            <a:xfrm rot="10800000">
              <a:off x="2198100" y="1906000"/>
              <a:ext cx="519600" cy="363600"/>
            </a:xfrm>
            <a:prstGeom prst="chevron">
              <a:avLst>
                <a:gd name="adj" fmla="val 50000"/>
              </a:avLst>
            </a:prstGeom>
            <a:solidFill>
              <a:srgbClr val="B7B7B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0" name="Google Shape;240;p11"/>
          <p:cNvGrpSpPr/>
          <p:nvPr/>
        </p:nvGrpSpPr>
        <p:grpSpPr>
          <a:xfrm>
            <a:off x="417975" y="3505200"/>
            <a:ext cx="2357775" cy="410125"/>
            <a:chOff x="265575" y="3352800"/>
            <a:chExt cx="2357775" cy="410125"/>
          </a:xfrm>
        </p:grpSpPr>
        <p:sp>
          <p:nvSpPr>
            <p:cNvPr id="241" name="Google Shape;241;p11"/>
            <p:cNvSpPr/>
            <p:nvPr/>
          </p:nvSpPr>
          <p:spPr>
            <a:xfrm>
              <a:off x="265575" y="3352800"/>
              <a:ext cx="2020800" cy="410100"/>
            </a:xfrm>
            <a:prstGeom prst="rect">
              <a:avLst/>
            </a:prstGeom>
            <a:solidFill>
              <a:schemeClr val="dk2"/>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1"/>
            <p:cNvSpPr/>
            <p:nvPr/>
          </p:nvSpPr>
          <p:spPr>
            <a:xfrm rot="10800000">
              <a:off x="2083950" y="3353425"/>
              <a:ext cx="539400" cy="409500"/>
            </a:xfrm>
            <a:prstGeom prst="chevron">
              <a:avLst>
                <a:gd name="adj" fmla="val 50000"/>
              </a:avLst>
            </a:prstGeom>
            <a:solidFill>
              <a:schemeClr val="dk2"/>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1"/>
            <p:cNvSpPr/>
            <p:nvPr/>
          </p:nvSpPr>
          <p:spPr>
            <a:xfrm>
              <a:off x="293775" y="3372850"/>
              <a:ext cx="1946700" cy="364200"/>
            </a:xfrm>
            <a:prstGeom prst="rect">
              <a:avLst/>
            </a:prstGeom>
            <a:solidFill>
              <a:srgbClr val="B7B7B7"/>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1"/>
            <p:cNvSpPr/>
            <p:nvPr/>
          </p:nvSpPr>
          <p:spPr>
            <a:xfrm rot="10800000">
              <a:off x="2045700" y="3373550"/>
              <a:ext cx="519600" cy="363600"/>
            </a:xfrm>
            <a:prstGeom prst="chevron">
              <a:avLst>
                <a:gd name="adj" fmla="val 50000"/>
              </a:avLst>
            </a:prstGeom>
            <a:solidFill>
              <a:srgbClr val="B7B7B7"/>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5" name="Google Shape;245;p11"/>
          <p:cNvGrpSpPr/>
          <p:nvPr/>
        </p:nvGrpSpPr>
        <p:grpSpPr>
          <a:xfrm>
            <a:off x="3872044" y="3505200"/>
            <a:ext cx="2747987" cy="410125"/>
            <a:chOff x="3567313" y="3200400"/>
            <a:chExt cx="2357775" cy="410125"/>
          </a:xfrm>
        </p:grpSpPr>
        <p:sp>
          <p:nvSpPr>
            <p:cNvPr id="246" name="Google Shape;246;p11"/>
            <p:cNvSpPr/>
            <p:nvPr/>
          </p:nvSpPr>
          <p:spPr>
            <a:xfrm>
              <a:off x="3567313" y="3200400"/>
              <a:ext cx="2020800" cy="410100"/>
            </a:xfrm>
            <a:prstGeom prst="rect">
              <a:avLst/>
            </a:prstGeom>
            <a:solidFill>
              <a:schemeClr val="dk2"/>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rot="10800000">
              <a:off x="5385688" y="3201025"/>
              <a:ext cx="539400" cy="409500"/>
            </a:xfrm>
            <a:prstGeom prst="chevron">
              <a:avLst>
                <a:gd name="adj" fmla="val 50000"/>
              </a:avLst>
            </a:prstGeom>
            <a:solidFill>
              <a:schemeClr val="dk2"/>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1"/>
            <p:cNvSpPr/>
            <p:nvPr/>
          </p:nvSpPr>
          <p:spPr>
            <a:xfrm>
              <a:off x="3595513" y="3220450"/>
              <a:ext cx="1946700" cy="364200"/>
            </a:xfrm>
            <a:prstGeom prst="rect">
              <a:avLst/>
            </a:prstGeom>
            <a:solidFill>
              <a:srgbClr val="B7B7B7"/>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1"/>
            <p:cNvSpPr/>
            <p:nvPr/>
          </p:nvSpPr>
          <p:spPr>
            <a:xfrm rot="10800000">
              <a:off x="5393639" y="3221150"/>
              <a:ext cx="473400" cy="363600"/>
            </a:xfrm>
            <a:prstGeom prst="chevron">
              <a:avLst>
                <a:gd name="adj" fmla="val 50000"/>
              </a:avLst>
            </a:prstGeom>
            <a:solidFill>
              <a:srgbClr val="B7B7B7"/>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0" name="Google Shape;250;p11"/>
          <p:cNvGrpSpPr/>
          <p:nvPr/>
        </p:nvGrpSpPr>
        <p:grpSpPr>
          <a:xfrm>
            <a:off x="417963" y="7359750"/>
            <a:ext cx="2357775" cy="410125"/>
            <a:chOff x="-39237" y="6140550"/>
            <a:chExt cx="2357775" cy="410125"/>
          </a:xfrm>
        </p:grpSpPr>
        <p:sp>
          <p:nvSpPr>
            <p:cNvPr id="251" name="Google Shape;251;p11"/>
            <p:cNvSpPr/>
            <p:nvPr/>
          </p:nvSpPr>
          <p:spPr>
            <a:xfrm>
              <a:off x="-39237" y="6140550"/>
              <a:ext cx="2020800" cy="410100"/>
            </a:xfrm>
            <a:prstGeom prst="rect">
              <a:avLst/>
            </a:prstGeom>
            <a:solidFill>
              <a:schemeClr val="dk2"/>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1"/>
            <p:cNvSpPr/>
            <p:nvPr/>
          </p:nvSpPr>
          <p:spPr>
            <a:xfrm rot="10800000">
              <a:off x="1779138" y="6141175"/>
              <a:ext cx="539400" cy="409500"/>
            </a:xfrm>
            <a:prstGeom prst="chevron">
              <a:avLst>
                <a:gd name="adj" fmla="val 50000"/>
              </a:avLst>
            </a:prstGeom>
            <a:solidFill>
              <a:schemeClr val="dk2"/>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a:off x="-11037" y="6160600"/>
              <a:ext cx="1946700" cy="364200"/>
            </a:xfrm>
            <a:prstGeom prst="rect">
              <a:avLst/>
            </a:prstGeom>
            <a:solidFill>
              <a:srgbClr val="B7B7B7"/>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1"/>
            <p:cNvSpPr/>
            <p:nvPr/>
          </p:nvSpPr>
          <p:spPr>
            <a:xfrm rot="10800000">
              <a:off x="1740888" y="6161300"/>
              <a:ext cx="519600" cy="363600"/>
            </a:xfrm>
            <a:prstGeom prst="chevron">
              <a:avLst>
                <a:gd name="adj" fmla="val 50000"/>
              </a:avLst>
            </a:prstGeom>
            <a:solidFill>
              <a:srgbClr val="B7B7B7"/>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5" name="Google Shape;255;p11"/>
          <p:cNvSpPr txBox="1"/>
          <p:nvPr/>
        </p:nvSpPr>
        <p:spPr>
          <a:xfrm>
            <a:off x="402100" y="1756125"/>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OVERVIEW</a:t>
            </a:r>
            <a:endParaRPr b="1">
              <a:latin typeface="Google Sans"/>
              <a:ea typeface="Google Sans"/>
              <a:cs typeface="Google Sans"/>
              <a:sym typeface="Google Sans"/>
            </a:endParaRPr>
          </a:p>
        </p:txBody>
      </p:sp>
      <p:sp>
        <p:nvSpPr>
          <p:cNvPr id="256" name="Google Shape;256;p11"/>
          <p:cNvSpPr txBox="1"/>
          <p:nvPr/>
        </p:nvSpPr>
        <p:spPr>
          <a:xfrm>
            <a:off x="476200" y="3505199"/>
            <a:ext cx="1799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PROJECT STATUS </a:t>
            </a:r>
            <a:endParaRPr b="1">
              <a:latin typeface="Google Sans"/>
              <a:ea typeface="Google Sans"/>
              <a:cs typeface="Google Sans"/>
              <a:sym typeface="Google Sans"/>
            </a:endParaRPr>
          </a:p>
        </p:txBody>
      </p:sp>
      <p:sp>
        <p:nvSpPr>
          <p:cNvPr id="257" name="Google Shape;257;p11"/>
          <p:cNvSpPr txBox="1"/>
          <p:nvPr/>
        </p:nvSpPr>
        <p:spPr>
          <a:xfrm>
            <a:off x="476188" y="7364700"/>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NEXT STEPS </a:t>
            </a:r>
            <a:endParaRPr b="1">
              <a:latin typeface="Google Sans"/>
              <a:ea typeface="Google Sans"/>
              <a:cs typeface="Google Sans"/>
              <a:sym typeface="Google Sans"/>
            </a:endParaRPr>
          </a:p>
        </p:txBody>
      </p:sp>
      <p:sp>
        <p:nvSpPr>
          <p:cNvPr id="258" name="Google Shape;258;p11"/>
          <p:cNvSpPr txBox="1"/>
          <p:nvPr/>
        </p:nvSpPr>
        <p:spPr>
          <a:xfrm>
            <a:off x="3848750" y="3505200"/>
            <a:ext cx="1673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KEY INSIGHTS </a:t>
            </a:r>
            <a:endParaRPr b="1">
              <a:latin typeface="Google Sans"/>
              <a:ea typeface="Google Sans"/>
              <a:cs typeface="Google Sans"/>
              <a:sym typeface="Google Sans"/>
            </a:endParaRPr>
          </a:p>
        </p:txBody>
      </p:sp>
      <p:sp>
        <p:nvSpPr>
          <p:cNvPr id="259" name="Google Shape;259;p11"/>
          <p:cNvSpPr txBox="1">
            <a:spLocks noGrp="1"/>
          </p:cNvSpPr>
          <p:nvPr>
            <p:ph type="body" idx="4"/>
          </p:nvPr>
        </p:nvSpPr>
        <p:spPr>
          <a:xfrm>
            <a:off x="438150" y="7812750"/>
            <a:ext cx="3108300" cy="2255400"/>
          </a:xfrm>
          <a:prstGeom prst="rect">
            <a:avLst/>
          </a:prstGeom>
        </p:spPr>
        <p:txBody>
          <a:bodyPr spcFirstLastPara="1" wrap="square" lIns="57150"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60" name="Google Shape;260;p11"/>
          <p:cNvSpPr txBox="1">
            <a:spLocks noGrp="1"/>
          </p:cNvSpPr>
          <p:nvPr>
            <p:ph type="body" idx="5"/>
          </p:nvPr>
        </p:nvSpPr>
        <p:spPr>
          <a:xfrm>
            <a:off x="3905525" y="4267863"/>
            <a:ext cx="3219000" cy="2604300"/>
          </a:xfrm>
          <a:prstGeom prst="rect">
            <a:avLst/>
          </a:prstGeom>
        </p:spPr>
        <p:txBody>
          <a:bodyPr spcFirstLastPara="1" wrap="square" lIns="57150"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61" name="Google Shape;261;p11"/>
          <p:cNvSpPr txBox="1">
            <a:spLocks noGrp="1"/>
          </p:cNvSpPr>
          <p:nvPr>
            <p:ph type="subTitle" idx="6"/>
          </p:nvPr>
        </p:nvSpPr>
        <p:spPr>
          <a:xfrm>
            <a:off x="4183575" y="9228125"/>
            <a:ext cx="3086700" cy="285000"/>
          </a:xfrm>
          <a:prstGeom prst="rect">
            <a:avLst/>
          </a:prstGeom>
        </p:spPr>
        <p:txBody>
          <a:bodyPr spcFirstLastPara="1" wrap="square" lIns="91425" tIns="91425" rIns="91425" bIns="91425" anchor="t" anchorCtr="0">
            <a:normAutofit/>
          </a:bodyPr>
          <a:lstStyle>
            <a:lvl1pPr lvl="0">
              <a:spcBef>
                <a:spcPts val="0"/>
              </a:spcBef>
              <a:spcAft>
                <a:spcPts val="0"/>
              </a:spcAft>
              <a:buSzPts val="1100"/>
              <a:buNone/>
              <a:defRPr sz="1100" i="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2" name="Google Shape;262;p11"/>
          <p:cNvSpPr>
            <a:spLocks noGrp="1"/>
          </p:cNvSpPr>
          <p:nvPr>
            <p:ph type="pic" idx="7"/>
          </p:nvPr>
        </p:nvSpPr>
        <p:spPr>
          <a:xfrm>
            <a:off x="4007763" y="6899688"/>
            <a:ext cx="3172200" cy="2357700"/>
          </a:xfrm>
          <a:prstGeom prst="rect">
            <a:avLst/>
          </a:prstGeom>
          <a:noFill/>
          <a:ln w="38100" cap="flat" cmpd="sng">
            <a:solidFill>
              <a:srgbClr val="000000"/>
            </a:solidFill>
            <a:prstDash val="solid"/>
            <a:round/>
            <a:headEnd type="none" w="sm" len="sm"/>
            <a:tailEnd type="none" w="sm" len="sm"/>
          </a:ln>
        </p:spPr>
        <p:txBody>
          <a:bodyPr/>
          <a:lstStyle/>
          <a:p>
            <a:endParaRPr lang="en-IN"/>
          </a:p>
        </p:txBody>
      </p:sp>
    </p:spTree>
  </p:cSld>
  <p:clrMapOvr>
    <a:masterClrMapping/>
  </p:clrMapOvr>
  <p:extLst>
    <p:ext uri="{DCECCB84-F9BA-43D5-87BE-67443E8EF086}">
      <p15:sldGuideLst xmlns:p15="http://schemas.microsoft.com/office/powerpoint/2012/main">
        <p15:guide id="1" pos="255">
          <p15:clr>
            <a:srgbClr val="FA7B17"/>
          </p15:clr>
        </p15:guide>
        <p15:guide id="2" orient="horz" pos="2922">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Layout 4">
  <p:cSld name="CUSTOM">
    <p:spTree>
      <p:nvGrpSpPr>
        <p:cNvPr id="1" name="Shape 263"/>
        <p:cNvGrpSpPr/>
        <p:nvPr/>
      </p:nvGrpSpPr>
      <p:grpSpPr>
        <a:xfrm>
          <a:off x="0" y="0"/>
          <a:ext cx="0" cy="0"/>
          <a:chOff x="0" y="0"/>
          <a:chExt cx="0" cy="0"/>
        </a:xfrm>
      </p:grpSpPr>
      <p:sp>
        <p:nvSpPr>
          <p:cNvPr id="264" name="Google Shape;264;p12"/>
          <p:cNvSpPr/>
          <p:nvPr/>
        </p:nvSpPr>
        <p:spPr>
          <a:xfrm flipH="1">
            <a:off x="2748900" y="9168075"/>
            <a:ext cx="5023500" cy="890400"/>
          </a:xfrm>
          <a:prstGeom prst="rtTriangle">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latin typeface="Google Sans"/>
              <a:ea typeface="Google Sans"/>
              <a:cs typeface="Google Sans"/>
              <a:sym typeface="Google Sans"/>
            </a:endParaRPr>
          </a:p>
        </p:txBody>
      </p:sp>
      <p:sp>
        <p:nvSpPr>
          <p:cNvPr id="265" name="Google Shape;265;p12"/>
          <p:cNvSpPr/>
          <p:nvPr/>
        </p:nvSpPr>
        <p:spPr>
          <a:xfrm>
            <a:off x="0" y="9168075"/>
            <a:ext cx="4138800" cy="890400"/>
          </a:xfrm>
          <a:prstGeom prst="rtTriangle">
            <a:avLst/>
          </a:prstGeom>
          <a:solidFill>
            <a:srgbClr val="DB4437"/>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latin typeface="Google Sans"/>
              <a:ea typeface="Google Sans"/>
              <a:cs typeface="Google Sans"/>
              <a:sym typeface="Google Sans"/>
            </a:endParaRPr>
          </a:p>
        </p:txBody>
      </p:sp>
      <p:sp>
        <p:nvSpPr>
          <p:cNvPr id="266" name="Google Shape;266;p12"/>
          <p:cNvSpPr txBox="1">
            <a:spLocks noGrp="1"/>
          </p:cNvSpPr>
          <p:nvPr>
            <p:ph type="title"/>
          </p:nvPr>
        </p:nvSpPr>
        <p:spPr>
          <a:xfrm>
            <a:off x="432000" y="449725"/>
            <a:ext cx="6908400" cy="7713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t" anchorCtr="0">
            <a:normAutofit/>
          </a:bodyPr>
          <a:lstStyle>
            <a:lvl1pPr lvl="0" algn="ctr">
              <a:spcBef>
                <a:spcPts val="0"/>
              </a:spcBef>
              <a:spcAft>
                <a:spcPts val="0"/>
              </a:spcAft>
              <a:buSzPts val="2800"/>
              <a:buNone/>
              <a:defRPr sz="2100"/>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sp>
        <p:nvSpPr>
          <p:cNvPr id="267" name="Google Shape;267;p12"/>
          <p:cNvSpPr txBox="1">
            <a:spLocks noGrp="1"/>
          </p:cNvSpPr>
          <p:nvPr>
            <p:ph type="subTitle" idx="1"/>
          </p:nvPr>
        </p:nvSpPr>
        <p:spPr>
          <a:xfrm>
            <a:off x="2276700" y="951925"/>
            <a:ext cx="3219000" cy="269100"/>
          </a:xfrm>
          <a:prstGeom prst="rect">
            <a:avLst/>
          </a:prstGeom>
        </p:spPr>
        <p:txBody>
          <a:bodyPr spcFirstLastPara="1" wrap="square" lIns="91425" tIns="91425" rIns="91425" bIns="91425" anchor="t" anchorCtr="0">
            <a:spAutoFit/>
          </a:bodyPr>
          <a:lstStyle>
            <a:lvl1pPr lvl="0" algn="ctr">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grpSp>
        <p:nvGrpSpPr>
          <p:cNvPr id="268" name="Google Shape;268;p12"/>
          <p:cNvGrpSpPr/>
          <p:nvPr/>
        </p:nvGrpSpPr>
        <p:grpSpPr>
          <a:xfrm>
            <a:off x="95351" y="1392509"/>
            <a:ext cx="7581691" cy="5901"/>
            <a:chOff x="1890075" y="5241175"/>
            <a:chExt cx="4240556" cy="257700"/>
          </a:xfrm>
        </p:grpSpPr>
        <p:sp>
          <p:nvSpPr>
            <p:cNvPr id="269" name="Google Shape;269;p1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70" name="Google Shape;270;p1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71" name="Google Shape;271;p1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72" name="Google Shape;272;p1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273" name="Google Shape;273;p12"/>
          <p:cNvGrpSpPr/>
          <p:nvPr/>
        </p:nvGrpSpPr>
        <p:grpSpPr>
          <a:xfrm>
            <a:off x="95351" y="4542984"/>
            <a:ext cx="7581691" cy="5901"/>
            <a:chOff x="1890075" y="5241175"/>
            <a:chExt cx="4240556" cy="257700"/>
          </a:xfrm>
        </p:grpSpPr>
        <p:sp>
          <p:nvSpPr>
            <p:cNvPr id="274" name="Google Shape;274;p1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75" name="Google Shape;275;p1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76" name="Google Shape;276;p1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77" name="Google Shape;277;p1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278" name="Google Shape;278;p12"/>
          <p:cNvSpPr/>
          <p:nvPr/>
        </p:nvSpPr>
        <p:spPr>
          <a:xfrm>
            <a:off x="432000" y="1624350"/>
            <a:ext cx="1598400" cy="269100"/>
          </a:xfrm>
          <a:prstGeom prst="rect">
            <a:avLst/>
          </a:prstGeom>
          <a:solidFill>
            <a:srgbClr val="4285F4"/>
          </a:solidFill>
          <a:ln w="9525" cap="flat" cmpd="sng">
            <a:solidFill>
              <a:srgbClr val="4285F4"/>
            </a:solidFill>
            <a:prstDash val="solid"/>
            <a:round/>
            <a:headEnd type="none" w="sm" len="sm"/>
            <a:tailEnd type="none" w="sm" len="sm"/>
          </a:ln>
          <a:effectLst>
            <a:outerShdw blurRad="57150" dist="19050" dir="5400000" algn="bl" rotWithShape="0">
              <a:schemeClr val="lt2">
                <a:alpha val="5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Overview </a:t>
            </a:r>
            <a:endParaRPr b="1">
              <a:solidFill>
                <a:schemeClr val="dk1"/>
              </a:solidFill>
              <a:latin typeface="Google Sans"/>
              <a:ea typeface="Google Sans"/>
              <a:cs typeface="Google Sans"/>
              <a:sym typeface="Google Sans"/>
            </a:endParaRPr>
          </a:p>
        </p:txBody>
      </p:sp>
      <p:sp>
        <p:nvSpPr>
          <p:cNvPr id="279" name="Google Shape;279;p12"/>
          <p:cNvSpPr/>
          <p:nvPr/>
        </p:nvSpPr>
        <p:spPr>
          <a:xfrm>
            <a:off x="432000" y="2620004"/>
            <a:ext cx="1598400" cy="2850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Problem</a:t>
            </a:r>
            <a:endParaRPr b="1">
              <a:solidFill>
                <a:schemeClr val="dk1"/>
              </a:solidFill>
              <a:latin typeface="Google Sans"/>
              <a:ea typeface="Google Sans"/>
              <a:cs typeface="Google Sans"/>
              <a:sym typeface="Google Sans"/>
            </a:endParaRPr>
          </a:p>
        </p:txBody>
      </p:sp>
      <p:sp>
        <p:nvSpPr>
          <p:cNvPr id="280" name="Google Shape;280;p12"/>
          <p:cNvSpPr/>
          <p:nvPr/>
        </p:nvSpPr>
        <p:spPr>
          <a:xfrm>
            <a:off x="432000" y="3615673"/>
            <a:ext cx="1598400" cy="2691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Solution</a:t>
            </a:r>
            <a:endParaRPr b="1">
              <a:solidFill>
                <a:schemeClr val="dk1"/>
              </a:solidFill>
              <a:latin typeface="Google Sans"/>
              <a:ea typeface="Google Sans"/>
              <a:cs typeface="Google Sans"/>
              <a:sym typeface="Google Sans"/>
            </a:endParaRPr>
          </a:p>
        </p:txBody>
      </p:sp>
      <p:sp>
        <p:nvSpPr>
          <p:cNvPr id="281" name="Google Shape;281;p12"/>
          <p:cNvSpPr/>
          <p:nvPr/>
        </p:nvSpPr>
        <p:spPr>
          <a:xfrm>
            <a:off x="432000" y="4676196"/>
            <a:ext cx="1598400" cy="2850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Details </a:t>
            </a:r>
            <a:endParaRPr b="1">
              <a:solidFill>
                <a:schemeClr val="dk1"/>
              </a:solidFill>
              <a:latin typeface="Google Sans"/>
              <a:ea typeface="Google Sans"/>
              <a:cs typeface="Google Sans"/>
              <a:sym typeface="Google Sans"/>
            </a:endParaRPr>
          </a:p>
        </p:txBody>
      </p:sp>
      <p:sp>
        <p:nvSpPr>
          <p:cNvPr id="282" name="Google Shape;282;p12"/>
          <p:cNvSpPr/>
          <p:nvPr/>
        </p:nvSpPr>
        <p:spPr>
          <a:xfrm>
            <a:off x="432000" y="7686970"/>
            <a:ext cx="1598400" cy="2691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Next Steps </a:t>
            </a:r>
            <a:endParaRPr b="1">
              <a:solidFill>
                <a:schemeClr val="dk1"/>
              </a:solidFill>
              <a:latin typeface="Google Sans"/>
              <a:ea typeface="Google Sans"/>
              <a:cs typeface="Google Sans"/>
              <a:sym typeface="Google Sans"/>
            </a:endParaRPr>
          </a:p>
        </p:txBody>
      </p:sp>
      <p:grpSp>
        <p:nvGrpSpPr>
          <p:cNvPr id="283" name="Google Shape;283;p12"/>
          <p:cNvGrpSpPr/>
          <p:nvPr/>
        </p:nvGrpSpPr>
        <p:grpSpPr>
          <a:xfrm>
            <a:off x="95351" y="7514559"/>
            <a:ext cx="7581691" cy="5901"/>
            <a:chOff x="1890075" y="5241175"/>
            <a:chExt cx="4240556" cy="257700"/>
          </a:xfrm>
        </p:grpSpPr>
        <p:sp>
          <p:nvSpPr>
            <p:cNvPr id="284" name="Google Shape;284;p1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85" name="Google Shape;285;p1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86" name="Google Shape;286;p1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87" name="Google Shape;287;p1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288" name="Google Shape;288;p12"/>
          <p:cNvSpPr>
            <a:spLocks noGrp="1"/>
          </p:cNvSpPr>
          <p:nvPr>
            <p:ph type="pic" idx="2"/>
          </p:nvPr>
        </p:nvSpPr>
        <p:spPr>
          <a:xfrm>
            <a:off x="4467025" y="4719300"/>
            <a:ext cx="3006900" cy="204480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DO NOT USE ">
  <p:cSld name="TITLE_2_1">
    <p:spTree>
      <p:nvGrpSpPr>
        <p:cNvPr id="1" name="Shape 289"/>
        <p:cNvGrpSpPr/>
        <p:nvPr/>
      </p:nvGrpSpPr>
      <p:grpSpPr>
        <a:xfrm>
          <a:off x="0" y="0"/>
          <a:ext cx="0" cy="0"/>
          <a:chOff x="0" y="0"/>
          <a:chExt cx="0" cy="0"/>
        </a:xfrm>
      </p:grpSpPr>
      <p:sp>
        <p:nvSpPr>
          <p:cNvPr id="290" name="Google Shape;290;p13"/>
          <p:cNvSpPr txBox="1"/>
          <p:nvPr/>
        </p:nvSpPr>
        <p:spPr>
          <a:xfrm>
            <a:off x="3993321" y="9367991"/>
            <a:ext cx="3693900" cy="734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600">
                <a:solidFill>
                  <a:srgbClr val="FFFFFF"/>
                </a:solidFill>
                <a:latin typeface="Roboto"/>
                <a:ea typeface="Roboto"/>
                <a:cs typeface="Roboto"/>
                <a:sym typeface="Roboto"/>
              </a:rPr>
              <a:t>Source:  Lorem ipsum dolor sit amet, consectetur adipiscing elit. Duis non erat sem</a:t>
            </a:r>
            <a:endParaRPr sz="600">
              <a:solidFill>
                <a:srgbClr val="FFFFFF"/>
              </a:solidFill>
              <a:latin typeface="Roboto"/>
              <a:ea typeface="Roboto"/>
              <a:cs typeface="Roboto"/>
              <a:sym typeface="Roboto"/>
            </a:endParaRPr>
          </a:p>
        </p:txBody>
      </p:sp>
      <p:sp>
        <p:nvSpPr>
          <p:cNvPr id="291" name="Google Shape;291;p13"/>
          <p:cNvSpPr txBox="1"/>
          <p:nvPr/>
        </p:nvSpPr>
        <p:spPr>
          <a:xfrm>
            <a:off x="6744495" y="427827"/>
            <a:ext cx="1027800" cy="59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D9D9D9"/>
                </a:solidFill>
                <a:latin typeface="Roboto"/>
                <a:ea typeface="Roboto"/>
                <a:cs typeface="Roboto"/>
                <a:sym typeface="Roboto"/>
              </a:rPr>
              <a:t>Proprietary + Confidential</a:t>
            </a:r>
            <a:endParaRPr sz="600">
              <a:solidFill>
                <a:srgbClr val="D9D9D9"/>
              </a:solidFill>
              <a:latin typeface="Roboto"/>
              <a:ea typeface="Roboto"/>
              <a:cs typeface="Roboto"/>
              <a:sym typeface="Roboto"/>
            </a:endParaRPr>
          </a:p>
        </p:txBody>
      </p:sp>
      <p:grpSp>
        <p:nvGrpSpPr>
          <p:cNvPr id="292" name="Google Shape;292;p13"/>
          <p:cNvGrpSpPr/>
          <p:nvPr/>
        </p:nvGrpSpPr>
        <p:grpSpPr>
          <a:xfrm>
            <a:off x="-16250" y="9048087"/>
            <a:ext cx="7804900" cy="1072407"/>
            <a:chOff x="-19118" y="4617750"/>
            <a:chExt cx="9182236" cy="548378"/>
          </a:xfrm>
        </p:grpSpPr>
        <p:sp>
          <p:nvSpPr>
            <p:cNvPr id="293" name="Google Shape;293;p13"/>
            <p:cNvSpPr/>
            <p:nvPr/>
          </p:nvSpPr>
          <p:spPr>
            <a:xfrm flipH="1">
              <a:off x="19244" y="4617750"/>
              <a:ext cx="9143874" cy="548378"/>
            </a:xfrm>
            <a:custGeom>
              <a:avLst/>
              <a:gdLst/>
              <a:ahLst/>
              <a:cxnLst/>
              <a:rect l="l" t="t" r="r" b="b"/>
              <a:pathLst>
                <a:path w="367556" h="19840" extrusionOk="0">
                  <a:moveTo>
                    <a:pt x="0" y="19840"/>
                  </a:moveTo>
                  <a:lnTo>
                    <a:pt x="515" y="0"/>
                  </a:lnTo>
                  <a:lnTo>
                    <a:pt x="367556" y="11270"/>
                  </a:lnTo>
                  <a:lnTo>
                    <a:pt x="367044" y="18698"/>
                  </a:lnTo>
                  <a:close/>
                </a:path>
              </a:pathLst>
            </a:custGeom>
            <a:solidFill>
              <a:srgbClr val="4069DD"/>
            </a:solidFill>
            <a:ln>
              <a:noFill/>
            </a:ln>
          </p:spPr>
        </p:sp>
        <p:sp>
          <p:nvSpPr>
            <p:cNvPr id="294" name="Google Shape;294;p13"/>
            <p:cNvSpPr/>
            <p:nvPr/>
          </p:nvSpPr>
          <p:spPr>
            <a:xfrm flipH="1">
              <a:off x="-19118" y="4677825"/>
              <a:ext cx="4769786" cy="473975"/>
            </a:xfrm>
            <a:custGeom>
              <a:avLst/>
              <a:gdLst/>
              <a:ahLst/>
              <a:cxnLst/>
              <a:rect l="l" t="t" r="r" b="b"/>
              <a:pathLst>
                <a:path w="366343" h="18959" extrusionOk="0">
                  <a:moveTo>
                    <a:pt x="0" y="18521"/>
                  </a:moveTo>
                  <a:lnTo>
                    <a:pt x="366343" y="0"/>
                  </a:lnTo>
                  <a:lnTo>
                    <a:pt x="366052" y="18959"/>
                  </a:lnTo>
                  <a:close/>
                </a:path>
              </a:pathLst>
            </a:custGeom>
            <a:solidFill>
              <a:srgbClr val="448AFF"/>
            </a:solidFill>
            <a:ln>
              <a:noFill/>
            </a:ln>
          </p:spPr>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 DO NOT USE">
  <p:cSld name="CUSTOM_1">
    <p:spTree>
      <p:nvGrpSpPr>
        <p:cNvPr id="1" name="Shape 29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7"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marL="914400" lvl="1"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marL="1371600" lvl="2"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marL="1828800" lvl="3"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marL="2286000" lvl="4"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marL="2743200" lvl="5"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marL="3200400" lvl="6"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marL="3657600" lvl="7"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marL="4114800" lvl="8"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a:endParaRPr/>
          </a:p>
        </p:txBody>
      </p:sp>
      <p:sp>
        <p:nvSpPr>
          <p:cNvPr id="8" name="Google Shape;8;p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9" name="Google Shape;9;p1"/>
          <p:cNvSpPr txBox="1"/>
          <p:nvPr/>
        </p:nvSpPr>
        <p:spPr>
          <a:xfrm>
            <a:off x="3247350" y="1195375"/>
            <a:ext cx="4498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2"/>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51"/>
        <p:cNvGrpSpPr/>
        <p:nvPr/>
      </p:nvGrpSpPr>
      <p:grpSpPr>
        <a:xfrm>
          <a:off x="0" y="0"/>
          <a:ext cx="0" cy="0"/>
          <a:chOff x="0" y="0"/>
          <a:chExt cx="0" cy="0"/>
        </a:xfrm>
      </p:grpSpPr>
      <p:sp>
        <p:nvSpPr>
          <p:cNvPr id="152" name="Google Shape;152;p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153" name="Google Shape;153;p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marL="914400" lvl="1"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marL="1371600" lvl="2"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marL="1828800" lvl="3"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marL="2286000" lvl="4"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marL="2743200" lvl="5"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marL="3200400" lvl="6"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marL="3657600" lvl="7"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marL="4114800" lvl="8"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a:endParaRPr/>
          </a:p>
        </p:txBody>
      </p:sp>
      <p:sp>
        <p:nvSpPr>
          <p:cNvPr id="154" name="Google Shape;154;p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155" name="Google Shape;155;p8"/>
          <p:cNvSpPr txBox="1"/>
          <p:nvPr/>
        </p:nvSpPr>
        <p:spPr>
          <a:xfrm>
            <a:off x="3247350" y="1195375"/>
            <a:ext cx="4498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2"/>
              </a:solidFill>
            </a:endParaRPr>
          </a:p>
        </p:txBody>
      </p:sp>
    </p:spTree>
  </p:cSld>
  <p:clrMap bg1="lt1" tx1="dk1" bg2="dk2"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9.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15"/>
          <p:cNvSpPr txBox="1"/>
          <p:nvPr/>
        </p:nvSpPr>
        <p:spPr>
          <a:xfrm>
            <a:off x="4247488" y="6935775"/>
            <a:ext cx="3080100" cy="562800"/>
          </a:xfrm>
          <a:prstGeom prst="rect">
            <a:avLst/>
          </a:prstGeom>
          <a:noFill/>
          <a:ln>
            <a:noFill/>
          </a:ln>
        </p:spPr>
        <p:txBody>
          <a:bodyPr spcFirstLastPara="1" wrap="square" lIns="91425" tIns="91425" rIns="91425" bIns="91425" anchor="t" anchorCtr="0">
            <a:noAutofit/>
          </a:bodyPr>
          <a:lstStyle/>
          <a:p>
            <a:pPr marL="0" lvl="0" indent="0" algn="ctr" rtl="0">
              <a:lnSpc>
                <a:spcPct val="85000"/>
              </a:lnSpc>
              <a:spcBef>
                <a:spcPts val="0"/>
              </a:spcBef>
              <a:spcAft>
                <a:spcPts val="0"/>
              </a:spcAft>
              <a:buSzPts val="770"/>
              <a:buNone/>
            </a:pPr>
            <a:endParaRPr sz="1000" i="1">
              <a:solidFill>
                <a:srgbClr val="000000"/>
              </a:solidFill>
              <a:latin typeface="Google Sans"/>
              <a:ea typeface="Google Sans"/>
              <a:cs typeface="Google Sans"/>
              <a:sym typeface="Google Sans"/>
            </a:endParaRPr>
          </a:p>
        </p:txBody>
      </p:sp>
      <p:sp>
        <p:nvSpPr>
          <p:cNvPr id="301" name="Google Shape;301;p15"/>
          <p:cNvSpPr txBox="1"/>
          <p:nvPr/>
        </p:nvSpPr>
        <p:spPr>
          <a:xfrm>
            <a:off x="4160763" y="6838600"/>
            <a:ext cx="3000000" cy="367800"/>
          </a:xfrm>
          <a:prstGeom prst="rect">
            <a:avLst/>
          </a:prstGeom>
          <a:noFill/>
          <a:ln>
            <a:noFill/>
          </a:ln>
        </p:spPr>
        <p:txBody>
          <a:bodyPr spcFirstLastPara="1" wrap="square" lIns="91425" tIns="91425" rIns="91425" bIns="91425" anchor="t" anchorCtr="0">
            <a:spAutoFit/>
          </a:bodyPr>
          <a:lstStyle/>
          <a:p>
            <a:pPr marL="0" lvl="0" indent="0" algn="ctr" rtl="0">
              <a:lnSpc>
                <a:spcPct val="85000"/>
              </a:lnSpc>
              <a:spcBef>
                <a:spcPts val="0"/>
              </a:spcBef>
              <a:spcAft>
                <a:spcPts val="0"/>
              </a:spcAft>
              <a:buNone/>
            </a:pPr>
            <a:endParaRPr b="1"/>
          </a:p>
        </p:txBody>
      </p:sp>
      <p:sp>
        <p:nvSpPr>
          <p:cNvPr id="302" name="Google Shape;302;p15"/>
          <p:cNvSpPr txBox="1"/>
          <p:nvPr/>
        </p:nvSpPr>
        <p:spPr>
          <a:xfrm>
            <a:off x="404725" y="2126238"/>
            <a:ext cx="6862500" cy="1352648"/>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n" sz="1100" dirty="0">
                <a:solidFill>
                  <a:schemeClr val="dk1"/>
                </a:solidFill>
                <a:latin typeface="Roboto"/>
                <a:ea typeface="Roboto"/>
                <a:cs typeface="Roboto"/>
                <a:sym typeface="Roboto"/>
              </a:rPr>
              <a:t>The Waze data team is currently developing a data analytics project aimed at increasing overall growth by preventing monthly user churn on the Waze app. For the purposes of this project, churn quantifies the number of users who have uninstalled the Waze app or stopped using the app. Binomial logistic regression models typically offer flexibility and predictive power, which can be used to inform larger business decisions. Our team sought to build one from the data provided for this project. </a:t>
            </a:r>
            <a:r>
              <a:rPr lang="en" sz="1100" b="1" dirty="0">
                <a:solidFill>
                  <a:schemeClr val="dk1"/>
                </a:solidFill>
                <a:latin typeface="Roboto"/>
                <a:ea typeface="Roboto"/>
                <a:cs typeface="Roboto"/>
                <a:sym typeface="Roboto"/>
              </a:rPr>
              <a:t>This report offers details and key insights from </a:t>
            </a:r>
            <a:r>
              <a:rPr lang="en" sz="1100" b="1">
                <a:solidFill>
                  <a:schemeClr val="dk1"/>
                </a:solidFill>
                <a:latin typeface="Roboto"/>
                <a:ea typeface="Roboto"/>
                <a:cs typeface="Roboto"/>
                <a:sym typeface="Roboto"/>
              </a:rPr>
              <a:t>Milestone 5, </a:t>
            </a:r>
            <a:r>
              <a:rPr lang="en" sz="1100" b="1" dirty="0">
                <a:solidFill>
                  <a:schemeClr val="dk1"/>
                </a:solidFill>
                <a:latin typeface="Roboto"/>
                <a:ea typeface="Roboto"/>
                <a:cs typeface="Roboto"/>
                <a:sym typeface="Roboto"/>
              </a:rPr>
              <a:t>which impact the future development of the overall project. </a:t>
            </a:r>
            <a:endParaRPr sz="1100" dirty="0">
              <a:solidFill>
                <a:schemeClr val="dk1"/>
              </a:solidFill>
              <a:latin typeface="Roboto"/>
              <a:ea typeface="Roboto"/>
              <a:cs typeface="Roboto"/>
              <a:sym typeface="Roboto"/>
            </a:endParaRPr>
          </a:p>
        </p:txBody>
      </p:sp>
      <p:sp>
        <p:nvSpPr>
          <p:cNvPr id="303" name="Google Shape;303;p15"/>
          <p:cNvSpPr txBox="1"/>
          <p:nvPr/>
        </p:nvSpPr>
        <p:spPr>
          <a:xfrm>
            <a:off x="4326300" y="5195775"/>
            <a:ext cx="2581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Google Sans"/>
              <a:ea typeface="Google Sans"/>
              <a:cs typeface="Google Sans"/>
              <a:sym typeface="Google Sans"/>
            </a:endParaRPr>
          </a:p>
        </p:txBody>
      </p:sp>
      <p:grpSp>
        <p:nvGrpSpPr>
          <p:cNvPr id="304" name="Google Shape;304;p15"/>
          <p:cNvGrpSpPr/>
          <p:nvPr/>
        </p:nvGrpSpPr>
        <p:grpSpPr>
          <a:xfrm>
            <a:off x="438150" y="3973875"/>
            <a:ext cx="3415500" cy="3276632"/>
            <a:chOff x="438150" y="3745275"/>
            <a:chExt cx="3415500" cy="3276632"/>
          </a:xfrm>
        </p:grpSpPr>
        <p:sp>
          <p:nvSpPr>
            <p:cNvPr id="305" name="Google Shape;305;p15"/>
            <p:cNvSpPr txBox="1"/>
            <p:nvPr/>
          </p:nvSpPr>
          <p:spPr>
            <a:xfrm>
              <a:off x="438150" y="3745275"/>
              <a:ext cx="34155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dirty="0">
                  <a:latin typeface="Roboto"/>
                  <a:ea typeface="Roboto"/>
                  <a:cs typeface="Roboto"/>
                  <a:sym typeface="Roboto"/>
                </a:rPr>
                <a:t>Milestone 5 - Regression Modeling  </a:t>
              </a:r>
              <a:endParaRPr sz="1200" b="1" dirty="0">
                <a:latin typeface="Roboto"/>
                <a:ea typeface="Roboto"/>
                <a:cs typeface="Roboto"/>
                <a:sym typeface="Roboto"/>
              </a:endParaRPr>
            </a:p>
          </p:txBody>
        </p:sp>
        <p:sp>
          <p:nvSpPr>
            <p:cNvPr id="306" name="Google Shape;306;p15"/>
            <p:cNvSpPr txBox="1"/>
            <p:nvPr/>
          </p:nvSpPr>
          <p:spPr>
            <a:xfrm>
              <a:off x="482325" y="4038407"/>
              <a:ext cx="3224100" cy="2983500"/>
            </a:xfrm>
            <a:prstGeom prst="rect">
              <a:avLst/>
            </a:prstGeom>
            <a:noFill/>
            <a:ln>
              <a:noFill/>
            </a:ln>
          </p:spPr>
          <p:txBody>
            <a:bodyPr spcFirstLastPara="1" wrap="square" lIns="91425" tIns="91425" rIns="91425" bIns="91425" anchor="t" anchorCtr="0">
              <a:spAutoFit/>
            </a:bodyPr>
            <a:lstStyle/>
            <a:p>
              <a:pPr marL="257175" lvl="0" indent="-314325" algn="l" rtl="0">
                <a:lnSpc>
                  <a:spcPct val="100000"/>
                </a:lnSpc>
                <a:spcBef>
                  <a:spcPts val="0"/>
                </a:spcBef>
                <a:spcAft>
                  <a:spcPts val="0"/>
                </a:spcAft>
                <a:buNone/>
              </a:pPr>
              <a:r>
                <a:rPr lang="en" sz="1500">
                  <a:solidFill>
                    <a:schemeClr val="dk1"/>
                  </a:solidFill>
                </a:rPr>
                <a:t>🎯 </a:t>
              </a:r>
              <a:r>
                <a:rPr lang="en" sz="1200" b="1">
                  <a:solidFill>
                    <a:schemeClr val="dk1"/>
                  </a:solidFill>
                  <a:latin typeface="Roboto"/>
                  <a:ea typeface="Roboto"/>
                  <a:cs typeface="Roboto"/>
                  <a:sym typeface="Roboto"/>
                </a:rPr>
                <a:t>Target Goal:</a:t>
              </a:r>
              <a:r>
                <a:rPr lang="en" sz="1200">
                  <a:solidFill>
                    <a:schemeClr val="dk1"/>
                  </a:solidFill>
                  <a:latin typeface="Roboto"/>
                  <a:ea typeface="Roboto"/>
                  <a:cs typeface="Roboto"/>
                  <a:sym typeface="Roboto"/>
                </a:rPr>
                <a:t> </a:t>
              </a:r>
              <a:r>
                <a:rPr lang="en" sz="1100">
                  <a:solidFill>
                    <a:schemeClr val="dk1"/>
                  </a:solidFill>
                  <a:latin typeface="Roboto"/>
                  <a:ea typeface="Roboto"/>
                  <a:cs typeface="Roboto"/>
                  <a:sym typeface="Roboto"/>
                </a:rPr>
                <a:t>Apply user data to build and analyze a binomial logistic regression model.</a:t>
              </a:r>
              <a:endParaRPr sz="1100">
                <a:solidFill>
                  <a:schemeClr val="dk1"/>
                </a:solidFill>
                <a:latin typeface="Roboto"/>
                <a:ea typeface="Roboto"/>
                <a:cs typeface="Roboto"/>
                <a:sym typeface="Roboto"/>
              </a:endParaRPr>
            </a:p>
            <a:p>
              <a:pPr marL="257175" lvl="0" indent="-314325" algn="l" rtl="0">
                <a:lnSpc>
                  <a:spcPct val="100000"/>
                </a:lnSpc>
                <a:spcBef>
                  <a:spcPts val="700"/>
                </a:spcBef>
                <a:spcAft>
                  <a:spcPts val="0"/>
                </a:spcAft>
                <a:buNone/>
              </a:pPr>
              <a:r>
                <a:rPr lang="en" sz="1500">
                  <a:solidFill>
                    <a:schemeClr val="dk1"/>
                  </a:solidFill>
                </a:rPr>
                <a:t>🎯</a:t>
              </a:r>
              <a:r>
                <a:rPr lang="en" sz="1200">
                  <a:solidFill>
                    <a:schemeClr val="dk1"/>
                  </a:solidFill>
                </a:rPr>
                <a:t> </a:t>
              </a:r>
              <a:r>
                <a:rPr lang="en" sz="1200" b="1">
                  <a:solidFill>
                    <a:schemeClr val="dk1"/>
                  </a:solidFill>
                  <a:latin typeface="Roboto"/>
                  <a:ea typeface="Roboto"/>
                  <a:cs typeface="Roboto"/>
                  <a:sym typeface="Roboto"/>
                </a:rPr>
                <a:t>Methods:</a:t>
              </a: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marL="457200" lvl="0" indent="-184150" algn="l" rtl="0">
                <a:lnSpc>
                  <a:spcPct val="100000"/>
                </a:lnSpc>
                <a:spcBef>
                  <a:spcPts val="500"/>
                </a:spcBef>
                <a:spcAft>
                  <a:spcPts val="0"/>
                </a:spcAft>
                <a:buClr>
                  <a:schemeClr val="dk1"/>
                </a:buClr>
                <a:buSzPts val="1100"/>
                <a:buFont typeface="Roboto"/>
                <a:buChar char="●"/>
              </a:pPr>
              <a:r>
                <a:rPr lang="en" sz="1100">
                  <a:solidFill>
                    <a:schemeClr val="dk1"/>
                  </a:solidFill>
                  <a:latin typeface="Roboto"/>
                  <a:ea typeface="Roboto"/>
                  <a:cs typeface="Roboto"/>
                  <a:sym typeface="Roboto"/>
                </a:rPr>
                <a:t>Created features of interest to the stakeholders and business scenario</a:t>
              </a:r>
              <a:endParaRPr sz="1100">
                <a:solidFill>
                  <a:schemeClr val="dk1"/>
                </a:solidFill>
                <a:latin typeface="Roboto"/>
                <a:ea typeface="Roboto"/>
                <a:cs typeface="Roboto"/>
                <a:sym typeface="Roboto"/>
              </a:endParaRPr>
            </a:p>
            <a:p>
              <a:pPr marL="457200" lvl="0" indent="-184150" algn="l" rtl="0">
                <a:lnSpc>
                  <a:spcPct val="100000"/>
                </a:lnSpc>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Assessed features for multicollinearity</a:t>
              </a:r>
              <a:endParaRPr sz="1100">
                <a:solidFill>
                  <a:schemeClr val="dk1"/>
                </a:solidFill>
                <a:latin typeface="Roboto"/>
                <a:ea typeface="Roboto"/>
                <a:cs typeface="Roboto"/>
                <a:sym typeface="Roboto"/>
              </a:endParaRPr>
            </a:p>
            <a:p>
              <a:pPr marL="457200" lvl="0" indent="-184150" algn="l" rtl="0">
                <a:lnSpc>
                  <a:spcPct val="100000"/>
                </a:lnSpc>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Built the regression model</a:t>
              </a:r>
              <a:endParaRPr sz="1100">
                <a:solidFill>
                  <a:schemeClr val="dk1"/>
                </a:solidFill>
                <a:latin typeface="Roboto"/>
                <a:ea typeface="Roboto"/>
                <a:cs typeface="Roboto"/>
                <a:sym typeface="Roboto"/>
              </a:endParaRPr>
            </a:p>
            <a:p>
              <a:pPr marL="457200" lvl="0" indent="-184150" algn="l" rtl="0">
                <a:lnSpc>
                  <a:spcPct val="100000"/>
                </a:lnSpc>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Evaluated model performance </a:t>
              </a:r>
              <a:endParaRPr sz="1100">
                <a:solidFill>
                  <a:schemeClr val="dk1"/>
                </a:solidFill>
                <a:latin typeface="Roboto"/>
                <a:ea typeface="Roboto"/>
                <a:cs typeface="Roboto"/>
                <a:sym typeface="Roboto"/>
              </a:endParaRPr>
            </a:p>
            <a:p>
              <a:pPr marL="257175" lvl="0" indent="-314325" algn="l" rtl="0">
                <a:lnSpc>
                  <a:spcPct val="100000"/>
                </a:lnSpc>
                <a:spcBef>
                  <a:spcPts val="700"/>
                </a:spcBef>
                <a:spcAft>
                  <a:spcPts val="500"/>
                </a:spcAft>
                <a:buNone/>
              </a:pPr>
              <a:r>
                <a:rPr lang="en" sz="1500">
                  <a:solidFill>
                    <a:schemeClr val="dk1"/>
                  </a:solidFill>
                </a:rPr>
                <a:t>🎯</a:t>
              </a:r>
              <a:r>
                <a:rPr lang="en" sz="1200">
                  <a:solidFill>
                    <a:schemeClr val="dk1"/>
                  </a:solidFill>
                </a:rPr>
                <a:t> </a:t>
              </a:r>
              <a:r>
                <a:rPr lang="en" sz="1200" b="1">
                  <a:solidFill>
                    <a:schemeClr val="dk1"/>
                  </a:solidFill>
                  <a:latin typeface="Roboto"/>
                  <a:ea typeface="Roboto"/>
                  <a:cs typeface="Roboto"/>
                  <a:sym typeface="Roboto"/>
                </a:rPr>
                <a:t>Impact:</a:t>
              </a:r>
              <a:r>
                <a:rPr lang="en" sz="1100">
                  <a:solidFill>
                    <a:schemeClr val="dk1"/>
                  </a:solidFill>
                  <a:latin typeface="Roboto"/>
                  <a:ea typeface="Roboto"/>
                  <a:cs typeface="Roboto"/>
                  <a:sym typeface="Roboto"/>
                </a:rPr>
                <a:t> With enough data, binomial logistic regression model results can reveal important variable relationships and predict binary outcomes, which can inform decisions for marketing and product development, for example. </a:t>
              </a:r>
              <a:endParaRPr sz="1100">
                <a:solidFill>
                  <a:schemeClr val="dk1"/>
                </a:solidFill>
                <a:latin typeface="Roboto"/>
                <a:ea typeface="Roboto"/>
                <a:cs typeface="Roboto"/>
                <a:sym typeface="Roboto"/>
              </a:endParaRPr>
            </a:p>
          </p:txBody>
        </p:sp>
      </p:grpSp>
      <p:sp>
        <p:nvSpPr>
          <p:cNvPr id="307" name="Google Shape;307;p15"/>
          <p:cNvSpPr txBox="1"/>
          <p:nvPr/>
        </p:nvSpPr>
        <p:spPr>
          <a:xfrm>
            <a:off x="3939600" y="6549525"/>
            <a:ext cx="3354900" cy="2479200"/>
          </a:xfrm>
          <a:prstGeom prst="rect">
            <a:avLst/>
          </a:prstGeom>
          <a:noFill/>
          <a:ln>
            <a:noFill/>
          </a:ln>
        </p:spPr>
        <p:txBody>
          <a:bodyPr spcFirstLastPara="1" wrap="square" lIns="91425" tIns="91425" rIns="91425" bIns="91425" anchor="t" anchorCtr="0">
            <a:noAutofit/>
          </a:bodyPr>
          <a:lstStyle/>
          <a:p>
            <a:pPr marL="142875" lvl="0" indent="-184150" algn="l" rtl="0">
              <a:lnSpc>
                <a:spcPct val="100000"/>
              </a:lnSpc>
              <a:spcBef>
                <a:spcPts val="0"/>
              </a:spcBef>
              <a:spcAft>
                <a:spcPts val="0"/>
              </a:spcAft>
              <a:buClr>
                <a:schemeClr val="dk1"/>
              </a:buClr>
              <a:buSzPts val="1100"/>
              <a:buFont typeface="Roboto"/>
              <a:buChar char="●"/>
            </a:pPr>
            <a:r>
              <a:rPr lang="en" sz="1100">
                <a:latin typeface="Roboto"/>
                <a:ea typeface="Roboto"/>
                <a:cs typeface="Roboto"/>
                <a:sym typeface="Roboto"/>
              </a:rPr>
              <a:t>The efficacy of a binomial logistic regression model is determined by accuracy, precision, and recall scores; in particular, </a:t>
            </a:r>
            <a:r>
              <a:rPr lang="en" sz="1100" b="1">
                <a:latin typeface="Roboto"/>
                <a:ea typeface="Roboto"/>
                <a:cs typeface="Roboto"/>
                <a:sym typeface="Roboto"/>
              </a:rPr>
              <a:t>recall is essential to this model as it shows the number of churned users. </a:t>
            </a:r>
            <a:endParaRPr sz="1100" b="1">
              <a:latin typeface="Roboto"/>
              <a:ea typeface="Roboto"/>
              <a:cs typeface="Roboto"/>
              <a:sym typeface="Roboto"/>
            </a:endParaRPr>
          </a:p>
          <a:p>
            <a:pPr marL="142875" lvl="0" indent="-184150" algn="l" rtl="0">
              <a:lnSpc>
                <a:spcPct val="100000"/>
              </a:lnSpc>
              <a:spcBef>
                <a:spcPts val="800"/>
              </a:spcBef>
              <a:spcAft>
                <a:spcPts val="0"/>
              </a:spcAft>
              <a:buClr>
                <a:schemeClr val="dk1"/>
              </a:buClr>
              <a:buSzPts val="1100"/>
              <a:buFont typeface="Roboto"/>
              <a:buChar char="●"/>
            </a:pPr>
            <a:r>
              <a:rPr lang="en" sz="1100" b="1">
                <a:latin typeface="Roboto"/>
                <a:ea typeface="Roboto"/>
                <a:cs typeface="Roboto"/>
                <a:sym typeface="Roboto"/>
              </a:rPr>
              <a:t>The model has mediocre precision (53% of its positive predictions are correct) but very low recall, with only 9% of churned users identified.</a:t>
            </a:r>
            <a:r>
              <a:rPr lang="en" sz="1100">
                <a:latin typeface="Roboto"/>
                <a:ea typeface="Roboto"/>
                <a:cs typeface="Roboto"/>
                <a:sym typeface="Roboto"/>
              </a:rPr>
              <a:t> This means the model makes a lot of false negative predictions and fails to capture users who will churn.</a:t>
            </a:r>
            <a:endParaRPr sz="1100">
              <a:latin typeface="Roboto"/>
              <a:ea typeface="Roboto"/>
              <a:cs typeface="Roboto"/>
              <a:sym typeface="Roboto"/>
            </a:endParaRPr>
          </a:p>
          <a:p>
            <a:pPr marL="142875" lvl="0" indent="-184150" algn="l" rtl="0">
              <a:lnSpc>
                <a:spcPct val="100000"/>
              </a:lnSpc>
              <a:spcBef>
                <a:spcPts val="800"/>
              </a:spcBef>
              <a:spcAft>
                <a:spcPts val="0"/>
              </a:spcAft>
              <a:buClr>
                <a:schemeClr val="dk1"/>
              </a:buClr>
              <a:buSzPts val="1100"/>
              <a:buFont typeface="Roboto"/>
              <a:buChar char="●"/>
            </a:pPr>
            <a:r>
              <a:rPr lang="en" sz="1100" b="1">
                <a:latin typeface="Roboto"/>
                <a:ea typeface="Roboto"/>
                <a:cs typeface="Roboto"/>
                <a:sym typeface="Roboto"/>
              </a:rPr>
              <a:t>Activity_days was by far the most important feature in the model.</a:t>
            </a:r>
            <a:r>
              <a:rPr lang="en" sz="1100">
                <a:latin typeface="Roboto"/>
                <a:ea typeface="Roboto"/>
                <a:cs typeface="Roboto"/>
                <a:sym typeface="Roboto"/>
              </a:rPr>
              <a:t> It had a negative correlation with user churn. </a:t>
            </a:r>
            <a:endParaRPr sz="1100">
              <a:latin typeface="Roboto"/>
              <a:ea typeface="Roboto"/>
              <a:cs typeface="Roboto"/>
              <a:sym typeface="Roboto"/>
            </a:endParaRPr>
          </a:p>
          <a:p>
            <a:pPr marL="142875" lvl="0" indent="-184150" algn="l" rtl="0">
              <a:lnSpc>
                <a:spcPct val="100000"/>
              </a:lnSpc>
              <a:spcBef>
                <a:spcPts val="800"/>
              </a:spcBef>
              <a:spcAft>
                <a:spcPts val="800"/>
              </a:spcAft>
              <a:buClr>
                <a:schemeClr val="dk1"/>
              </a:buClr>
              <a:buSzPts val="1100"/>
              <a:buFont typeface="Roboto"/>
              <a:buChar char="●"/>
            </a:pPr>
            <a:r>
              <a:rPr lang="en" sz="1100">
                <a:latin typeface="Roboto"/>
                <a:ea typeface="Roboto"/>
                <a:cs typeface="Roboto"/>
                <a:sym typeface="Roboto"/>
              </a:rPr>
              <a:t>In previous EDA, user churn rate increased as the values in km_per_driving_day increased. </a:t>
            </a:r>
            <a:r>
              <a:rPr lang="en" sz="1100" b="1">
                <a:latin typeface="Roboto"/>
                <a:ea typeface="Roboto"/>
                <a:cs typeface="Roboto"/>
                <a:sym typeface="Roboto"/>
              </a:rPr>
              <a:t>In the model,</a:t>
            </a:r>
            <a:r>
              <a:rPr lang="en" sz="1100" b="1">
                <a:solidFill>
                  <a:schemeClr val="dk1"/>
                </a:solidFill>
                <a:latin typeface="Roboto"/>
                <a:ea typeface="Roboto"/>
                <a:cs typeface="Roboto"/>
                <a:sym typeface="Roboto"/>
              </a:rPr>
              <a:t> distance driven per day</a:t>
            </a:r>
            <a:r>
              <a:rPr lang="en" sz="1100" b="1">
                <a:latin typeface="Roboto"/>
                <a:ea typeface="Roboto"/>
                <a:cs typeface="Roboto"/>
                <a:sym typeface="Roboto"/>
              </a:rPr>
              <a:t> was the second-least-important variable.</a:t>
            </a:r>
            <a:endParaRPr sz="1100" b="1">
              <a:latin typeface="Roboto"/>
              <a:ea typeface="Roboto"/>
              <a:cs typeface="Roboto"/>
              <a:sym typeface="Roboto"/>
            </a:endParaRPr>
          </a:p>
        </p:txBody>
      </p:sp>
      <p:sp>
        <p:nvSpPr>
          <p:cNvPr id="308" name="Google Shape;308;p15"/>
          <p:cNvSpPr txBox="1"/>
          <p:nvPr/>
        </p:nvSpPr>
        <p:spPr>
          <a:xfrm>
            <a:off x="404725" y="7798200"/>
            <a:ext cx="3448800" cy="2344800"/>
          </a:xfrm>
          <a:prstGeom prst="rect">
            <a:avLst/>
          </a:prstGeom>
          <a:noFill/>
          <a:ln>
            <a:noFill/>
          </a:ln>
        </p:spPr>
        <p:txBody>
          <a:bodyPr spcFirstLastPara="1" wrap="square" lIns="91425" tIns="91425" rIns="91425" bIns="91425" anchor="t" anchorCtr="0">
            <a:spAutoFit/>
          </a:bodyPr>
          <a:lstStyle/>
          <a:p>
            <a:pPr marL="285750" lvl="0" indent="-184150" algn="l" rtl="0">
              <a:spcBef>
                <a:spcPts val="0"/>
              </a:spcBef>
              <a:spcAft>
                <a:spcPts val="0"/>
              </a:spcAft>
              <a:buClr>
                <a:schemeClr val="dk1"/>
              </a:buClr>
              <a:buSzPts val="1100"/>
              <a:buFont typeface="Roboto"/>
              <a:buChar char="➔"/>
            </a:pPr>
            <a:r>
              <a:rPr lang="en" sz="1100" b="1">
                <a:solidFill>
                  <a:schemeClr val="dk1"/>
                </a:solidFill>
                <a:latin typeface="Roboto"/>
                <a:ea typeface="Roboto"/>
                <a:cs typeface="Roboto"/>
                <a:sym typeface="Roboto"/>
              </a:rPr>
              <a:t>Due to the model results, our team recommends using the key insights from this project milestone to guide further exploration. </a:t>
            </a:r>
            <a:endParaRPr sz="1100">
              <a:solidFill>
                <a:schemeClr val="dk1"/>
              </a:solidFill>
              <a:latin typeface="Roboto"/>
              <a:ea typeface="Roboto"/>
              <a:cs typeface="Roboto"/>
              <a:sym typeface="Roboto"/>
            </a:endParaRPr>
          </a:p>
          <a:p>
            <a:pPr marL="285750" lvl="0" indent="-184150" algn="l" rtl="0">
              <a:spcBef>
                <a:spcPts val="1000"/>
              </a:spcBef>
              <a:spcAft>
                <a:spcPts val="1000"/>
              </a:spcAft>
              <a:buClr>
                <a:schemeClr val="dk1"/>
              </a:buClr>
              <a:buSzPts val="1100"/>
              <a:buFont typeface="Roboto"/>
              <a:buChar char="➔"/>
            </a:pPr>
            <a:r>
              <a:rPr lang="en" sz="1100" b="1">
                <a:solidFill>
                  <a:schemeClr val="dk1"/>
                </a:solidFill>
                <a:latin typeface="Roboto"/>
                <a:ea typeface="Roboto"/>
                <a:cs typeface="Roboto"/>
                <a:sym typeface="Roboto"/>
              </a:rPr>
              <a:t>This model should not be used to make significant business decisions; however, it has valuable insights insofar as it demonstrated a great need for additional data (features) that correlates with user churn, and also a possible need to better define the user profile Waze seeks to target in their aim to increase overall growth by preventing monthly user churn on the app. </a:t>
            </a:r>
            <a:endParaRPr sz="1100">
              <a:latin typeface="Roboto"/>
              <a:ea typeface="Roboto"/>
              <a:cs typeface="Roboto"/>
              <a:sym typeface="Roboto"/>
            </a:endParaRPr>
          </a:p>
        </p:txBody>
      </p:sp>
      <p:sp>
        <p:nvSpPr>
          <p:cNvPr id="309" name="Google Shape;309;p15"/>
          <p:cNvSpPr txBox="1">
            <a:spLocks noGrp="1"/>
          </p:cNvSpPr>
          <p:nvPr>
            <p:ph type="title"/>
          </p:nvPr>
        </p:nvSpPr>
        <p:spPr>
          <a:xfrm>
            <a:off x="343700" y="664425"/>
            <a:ext cx="7290900" cy="3864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None/>
            </a:pPr>
            <a:r>
              <a:rPr lang="en" sz="1600" b="1"/>
              <a:t>User Churn Project | Regression Modeling Results </a:t>
            </a:r>
            <a:endParaRPr/>
          </a:p>
        </p:txBody>
      </p:sp>
      <p:sp>
        <p:nvSpPr>
          <p:cNvPr id="310" name="Google Shape;310;p15"/>
          <p:cNvSpPr txBox="1"/>
          <p:nvPr/>
        </p:nvSpPr>
        <p:spPr>
          <a:xfrm>
            <a:off x="343700" y="989700"/>
            <a:ext cx="375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1200"/>
              </a:spcAft>
              <a:buNone/>
            </a:pPr>
            <a:r>
              <a:rPr lang="en">
                <a:solidFill>
                  <a:schemeClr val="dk1"/>
                </a:solidFill>
                <a:latin typeface="Roboto"/>
                <a:ea typeface="Roboto"/>
                <a:cs typeface="Roboto"/>
                <a:sym typeface="Roboto"/>
              </a:rPr>
              <a:t>Prepared for: Waze Leadership Team</a:t>
            </a:r>
            <a:endParaRPr>
              <a:solidFill>
                <a:schemeClr val="dk1"/>
              </a:solidFill>
              <a:latin typeface="Roboto"/>
              <a:ea typeface="Roboto"/>
              <a:cs typeface="Roboto"/>
              <a:sym typeface="Roboto"/>
            </a:endParaRPr>
          </a:p>
        </p:txBody>
      </p:sp>
      <p:pic>
        <p:nvPicPr>
          <p:cNvPr id="311" name="Google Shape;311;p15"/>
          <p:cNvPicPr preferRelativeResize="0"/>
          <p:nvPr/>
        </p:nvPicPr>
        <p:blipFill>
          <a:blip r:embed="rId3">
            <a:alphaModFix/>
          </a:blip>
          <a:stretch>
            <a:fillRect/>
          </a:stretch>
        </p:blipFill>
        <p:spPr>
          <a:xfrm>
            <a:off x="5687569" y="101625"/>
            <a:ext cx="1947034" cy="562800"/>
          </a:xfrm>
          <a:prstGeom prst="rect">
            <a:avLst/>
          </a:prstGeom>
          <a:noFill/>
          <a:ln>
            <a:noFill/>
          </a:ln>
        </p:spPr>
      </p:pic>
      <p:pic>
        <p:nvPicPr>
          <p:cNvPr id="312" name="Google Shape;312;p15"/>
          <p:cNvPicPr preferRelativeResize="0"/>
          <p:nvPr/>
        </p:nvPicPr>
        <p:blipFill>
          <a:blip r:embed="rId4">
            <a:alphaModFix/>
          </a:blip>
          <a:stretch>
            <a:fillRect/>
          </a:stretch>
        </p:blipFill>
        <p:spPr>
          <a:xfrm>
            <a:off x="4247494" y="4063448"/>
            <a:ext cx="2581501" cy="2165453"/>
          </a:xfrm>
          <a:prstGeom prst="rect">
            <a:avLst/>
          </a:prstGeom>
          <a:noFill/>
          <a:ln>
            <a:noFill/>
          </a:ln>
        </p:spPr>
      </p:pic>
      <p:sp>
        <p:nvSpPr>
          <p:cNvPr id="313" name="Google Shape;313;p15"/>
          <p:cNvSpPr txBox="1"/>
          <p:nvPr/>
        </p:nvSpPr>
        <p:spPr>
          <a:xfrm>
            <a:off x="4564750" y="6111975"/>
            <a:ext cx="1947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a:latin typeface="Google Sans"/>
                <a:ea typeface="Google Sans"/>
                <a:cs typeface="Google Sans"/>
                <a:sym typeface="Google Sans"/>
              </a:rPr>
              <a:t>Note:</a:t>
            </a:r>
            <a:r>
              <a:rPr lang="en" sz="800">
                <a:latin typeface="Google Sans"/>
                <a:ea typeface="Google Sans"/>
                <a:cs typeface="Google Sans"/>
                <a:sym typeface="Google Sans"/>
              </a:rPr>
              <a:t> 1 = churned and 0 = retained</a:t>
            </a:r>
            <a:endParaRPr sz="800">
              <a:latin typeface="Google Sans"/>
              <a:ea typeface="Google Sans"/>
              <a:cs typeface="Google Sans"/>
              <a:sym typeface="Google Sans"/>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443</Words>
  <Application>Microsoft Office PowerPoint</Application>
  <PresentationFormat>Custom</PresentationFormat>
  <Paragraphs>18</Paragraphs>
  <Slides>1</Slides>
  <Notes>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vt:i4>
      </vt:variant>
    </vt:vector>
  </HeadingPairs>
  <TitlesOfParts>
    <vt:vector size="10" baseType="lpstr">
      <vt:lpstr>Calibri</vt:lpstr>
      <vt:lpstr>Google Sans</vt:lpstr>
      <vt:lpstr>Google Sans SemiBold</vt:lpstr>
      <vt:lpstr>Arial</vt:lpstr>
      <vt:lpstr>Roboto</vt:lpstr>
      <vt:lpstr>PT Sans Narrow</vt:lpstr>
      <vt:lpstr>Work Sans</vt:lpstr>
      <vt:lpstr>Simple Light</vt:lpstr>
      <vt:lpstr>Simple Light</vt:lpstr>
      <vt:lpstr>User Churn Project | Regression Modeling Results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Abhay R</cp:lastModifiedBy>
  <cp:revision>2</cp:revision>
  <dcterms:modified xsi:type="dcterms:W3CDTF">2026-04-17T15:22:31Z</dcterms:modified>
</cp:coreProperties>
</file>